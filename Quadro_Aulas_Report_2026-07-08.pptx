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 de Julho de 2026 as 09:27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591.1h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599.1h (+166.6h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1331.9h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+202.9h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1451.9h (+16%)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49599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91047" y="2916936"/>
            <a:ext cx="797321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09/07/2026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16/07/2026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33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16/07/2026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2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356.2h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2026-07-08T12:27:54Z</dcterms:created>
  <dcterms:modified xsi:type="dcterms:W3CDTF">2026-07-08T12:27:54Z</dcterms:modified>
</cp:coreProperties>
</file>