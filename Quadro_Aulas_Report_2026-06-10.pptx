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10 de Junho de 2026 as 08:39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358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253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79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6075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71% concluido  .  253 de 358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240.2h . Rem: 36.5h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1895185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86% · 59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276.7h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12 . Em progresso: 3 . Finalizados: 86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402h . Real: 462.4h . Rem: 15.5h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7314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85% · 86 de 101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477.9h (+75.9h / +19%)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(+75%)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57 . Em progresso: 1 . Finalizados: 49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191.5h . Rem: 270.5h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013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46% · 49 de 107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462h (-26.5h / -5%)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1207.5h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1057.5h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322.5h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+172.5h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1380h (+14%)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7392477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833925" y="2916936"/>
            <a:ext cx="2254443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86%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392012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46%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096811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01/07/2026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19.7%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8.4%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80.3%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+3h(+75%) [artursilva frwk.com.br]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01/07/2026 · Base 29/05/2026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0" name="Text 158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6" name="Text 164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95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95 itens criados pos 01/05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+138h · Obs +9h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496312" y="6153912"/>
            <a:ext cx="113710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164.7h · 33 subs finalizadas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173.5h estimadas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275.5h · 45 subs finalizadas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246.7h · 31 subs finalizadas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37h estimadas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0" name="Text 208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2" name="Text 210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2026-06-10T11:39:19Z</dcterms:created>
  <dcterms:modified xsi:type="dcterms:W3CDTF">2026-06-10T11:39:19Z</dcterms:modified>
</cp:coreProperties>
</file>