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10 de Junho de 2026 as 09:58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358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256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77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481328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72% concluido  .  256 de 358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7 . Em progresso: 1 . Finalizados: 61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249.2h . Rem: 23.5h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88% · 61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272.7h (-1.3h / +0%)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101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12 . Em progresso: 2 . Finalizados: 87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402h . Real: 468.4h . Rem: 12.5h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32222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60% · 6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95185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87 de 101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480.9h (+78.9h / +20%)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[backend] Implementar endpoint /links/au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+3h (+75%)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107 itens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57 . Em progresso: 1 . Finalizados: 49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191.5h . Rem: 270.5h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11512" y="1033272"/>
            <a:ext cx="1013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46% · 49 de 107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462h (-26.5h / -5%)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1207.5h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1072.5h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306.5h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+171.5h</a:t>
            </a:r>
            <a:endParaRPr lang="en-US" sz="2400" dirty="0"/>
          </a:p>
        </p:txBody>
      </p:sp>
      <p:sp>
        <p:nvSpPr>
          <p:cNvPr id="100" name="Text 98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1379h (+14%)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441448" y="2916936"/>
            <a:ext cx="7502771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44219" y="2916936"/>
            <a:ext cx="2144149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88% concluido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291840"/>
            <a:ext cx="401129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46% concluido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291840"/>
            <a:ext cx="2096811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01/07/2026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19.8%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8.2%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15 Sub Bug . 81.3h realizadas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80.2%</a:t>
            </a:r>
            <a:endParaRPr lang="en-US" sz="2200" dirty="0"/>
          </a:p>
        </p:txBody>
      </p:sp>
      <p:sp>
        <p:nvSpPr>
          <p:cNvPr id="144" name="Text 142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+3h(+75%) [artursilva frwk.com.br]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~16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01/07/2026 · Base 29/05/2026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142.4h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3" name="Text 161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142.4h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95 itens criados pos 01/05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+138h · Obs +9h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6" name="Text 174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496312" y="6153912"/>
            <a:ext cx="1097989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173.7h · 35 subs finalizadas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189.5h estimadas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2" name="Text 180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275.5h · 45 subs finalizadas</a:t>
            </a:r>
            <a:endParaRPr lang="en-US" sz="950" dirty="0"/>
          </a:p>
        </p:txBody>
      </p:sp>
      <p:sp>
        <p:nvSpPr>
          <p:cNvPr id="186" name="Text 184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246.7h · 31 subs finalizadas</a:t>
            </a:r>
            <a:endParaRPr lang="en-US" sz="950" dirty="0"/>
          </a:p>
        </p:txBody>
      </p:sp>
      <p:sp>
        <p:nvSpPr>
          <p:cNvPr id="192" name="Text 190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71.5h · 18 subs finalizadas</a:t>
            </a:r>
            <a:endParaRPr lang="en-US" sz="950" dirty="0"/>
          </a:p>
        </p:txBody>
      </p:sp>
      <p:sp>
        <p:nvSpPr>
          <p:cNvPr id="198" name="Text 196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37h estimadas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164.5h · 21 subs finalizadas</a:t>
            </a:r>
            <a:endParaRPr lang="en-US" sz="950" dirty="0"/>
          </a:p>
        </p:txBody>
      </p:sp>
      <p:sp>
        <p:nvSpPr>
          <p:cNvPr id="204" name="Text 202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164h estimadas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0" name="Text 208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2026-06-10T12:58:31Z</dcterms:created>
  <dcterms:modified xsi:type="dcterms:W3CDTF">2026-06-10T12:58:31Z</dcterms:modified>
</cp:coreProperties>
</file>