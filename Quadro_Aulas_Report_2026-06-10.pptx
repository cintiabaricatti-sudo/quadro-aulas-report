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10 de Junho de 2026 as 16:39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359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258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75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8132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72% concluido  .  258 de 359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 . Em progresso: 1 . Finalizados: 61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249.2h . Rem: 23.5h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61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272.7h (-1.3h / +0%)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101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12 . Em progresso: 2 . Finalizados: 87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402h . Real: 468.4h . Rem: 12.5h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322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60% · 6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95185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86% · 87 de 101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480.9h (+78.9h / +20%)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1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+3h (+75%)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107 itens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55 . Em progresso: 1 . Finalizados: 51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193.5h . Rem: 270.5h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11512" y="1033272"/>
            <a:ext cx="1057778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48% · 51 de 107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464h (-24.5h / -5%)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1074.5h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309.5h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+173.5h</a:t>
            </a:r>
            <a:endParaRPr lang="en-US" sz="2400" dirty="0"/>
          </a:p>
        </p:txBody>
      </p:sp>
      <p:sp>
        <p:nvSpPr>
          <p:cNvPr id="100" name="Text 98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1384h (+14%)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441448" y="2916936"/>
            <a:ext cx="7489607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931055" y="2916936"/>
            <a:ext cx="2157313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9" name="Text 117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48% concluido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291840"/>
            <a:ext cx="2187976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01/07/2026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4" name="Text 132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19.8%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8.2%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83.3h realizadas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80.2%</a:t>
            </a:r>
            <a:endParaRPr lang="en-US" sz="2200" dirty="0"/>
          </a:p>
        </p:txBody>
      </p:sp>
      <p:sp>
        <p:nvSpPr>
          <p:cNvPr id="144" name="Text 142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5" name="Text 143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6" name="Text 144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8" name="Text 146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+3h(+75%) [artursilva frwk.com.br]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4" name="Text 152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7" name="Text 155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01/07/2026 · Base 29/05/2026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0" name="Text 158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3" name="Text 161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4" name="Text 162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6" name="Text 164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96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96 itens criados pos 01/05</a:t>
            </a:r>
            <a:endParaRPr lang="en-US" sz="750" dirty="0"/>
          </a:p>
        </p:txBody>
      </p:sp>
      <p:sp>
        <p:nvSpPr>
          <p:cNvPr id="170" name="Text 168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+138h · Obs +9h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3" name="Shape 171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6" name="Text 174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496312" y="6153912"/>
            <a:ext cx="109798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173.7h · 35 subs finalizadas</a:t>
            </a:r>
            <a:endParaRPr lang="en-US" sz="950" dirty="0"/>
          </a:p>
        </p:txBody>
      </p:sp>
      <p:sp>
        <p:nvSpPr>
          <p:cNvPr id="180" name="Text 178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189.5h estimadas</a:t>
            </a:r>
            <a:endParaRPr lang="en-US" sz="850" dirty="0"/>
          </a:p>
        </p:txBody>
      </p:sp>
      <p:sp>
        <p:nvSpPr>
          <p:cNvPr id="181" name="Shape 179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2" name="Text 180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275.5h · 45 subs finalizadas</a:t>
            </a:r>
            <a:endParaRPr lang="en-US" sz="950" dirty="0"/>
          </a:p>
        </p:txBody>
      </p:sp>
      <p:sp>
        <p:nvSpPr>
          <p:cNvPr id="186" name="Text 184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8" name="Text 186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246.7h · 31 subs finalizadas</a:t>
            </a:r>
            <a:endParaRPr lang="en-US" sz="950" dirty="0"/>
          </a:p>
        </p:txBody>
      </p:sp>
      <p:sp>
        <p:nvSpPr>
          <p:cNvPr id="192" name="Text 190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3" name="Shape 191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4" name="Text 192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71.5h · 18 subs finalizadas</a:t>
            </a:r>
            <a:endParaRPr lang="en-US" sz="950" dirty="0"/>
          </a:p>
        </p:txBody>
      </p:sp>
      <p:sp>
        <p:nvSpPr>
          <p:cNvPr id="198" name="Text 196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37h estimadas</a:t>
            </a:r>
            <a:endParaRPr lang="en-US" sz="850" dirty="0"/>
          </a:p>
        </p:txBody>
      </p:sp>
      <p:sp>
        <p:nvSpPr>
          <p:cNvPr id="199" name="Shape 197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0" name="Text 198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166.5h · 23 subs finalizadas</a:t>
            </a:r>
            <a:endParaRPr lang="en-US" sz="950" dirty="0"/>
          </a:p>
        </p:txBody>
      </p:sp>
      <p:sp>
        <p:nvSpPr>
          <p:cNvPr id="204" name="Text 202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5" name="Shape 203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6" name="Text 204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0" name="Text 208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2" name="Text 210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6" name="Text 214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2026-06-10T19:39:21Z</dcterms:created>
  <dcterms:modified xsi:type="dcterms:W3CDTF">2026-06-10T19:39:21Z</dcterms:modified>
</cp:coreProperties>
</file>