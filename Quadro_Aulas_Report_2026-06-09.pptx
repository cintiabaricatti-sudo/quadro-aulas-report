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9 de Junho de 2026 as 20:15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358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253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16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79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460754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71% concluido  .  253 de 358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69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9 . Em progresso: 1 . Finalizados: 59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240.2h . Rem: 36.5h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1895185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86% · 59 de 69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276.7h (+2.7h / +1%)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3 NFT · 101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12 . Em progresso: 3 . Finalizados: 86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402h . Real: 462.4h . Rem: 15.5h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1322222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60% · 6 de 10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1873148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85% · 86 de 101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Projetado: 477.9h (+75.9h / +19%)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946904" y="1417320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34AB7"/>
                </a:solidFill>
              </a:rPr>
              <a:t>1 ativo(s) com horas estouradas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946904" y="1581912"/>
            <a:ext cx="2203704" cy="448056"/>
          </a:xfrm>
          <a:prstGeom prst="rect">
            <a:avLst/>
          </a:prstGeom>
          <a:solidFill>
            <a:srgbClr val="FFF8F8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65192" y="1600200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222222"/>
                </a:solidFill>
              </a:rPr>
              <a:t>[backend] Implementar endpoint /links/au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4965192" y="1728216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+3h (+75%)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692561" y="73152"/>
            <a:ext cx="18800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AAAA"/>
                </a:solidFill>
              </a:rPr>
              <a:t>·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16 Stories · 107 itens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57 . Em progresso: 1 . Finalizados: 49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488.5h . Real: 191.5h . Rem: 270.5h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16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811512" y="1033272"/>
            <a:ext cx="1013704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46% · 49 de 107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462h (-26.5h / -5%)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1207.5h</a:t>
            </a:r>
            <a:endParaRPr lang="en-US" sz="2400" dirty="0"/>
          </a:p>
        </p:txBody>
      </p:sp>
      <p:sp>
        <p:nvSpPr>
          <p:cNvPr id="88" name="Text 86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1057.5h</a:t>
            </a:r>
            <a:endParaRPr lang="en-US" sz="2400" dirty="0"/>
          </a:p>
        </p:txBody>
      </p:sp>
      <p:sp>
        <p:nvSpPr>
          <p:cNvPr id="92" name="Text 90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322.5h</a:t>
            </a:r>
            <a:endParaRPr lang="en-US" sz="2400" dirty="0"/>
          </a:p>
        </p:txBody>
      </p:sp>
      <p:sp>
        <p:nvSpPr>
          <p:cNvPr id="96" name="Text 94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+172.5h</a:t>
            </a:r>
            <a:endParaRPr lang="en-US" sz="2400" dirty="0"/>
          </a:p>
        </p:txBody>
      </p:sp>
      <p:sp>
        <p:nvSpPr>
          <p:cNvPr id="100" name="Text 98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1380h (+14%)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2441448" y="2916936"/>
            <a:ext cx="7392477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833925" y="2916936"/>
            <a:ext cx="2254443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04" name="Text 102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86% concluido</a:t>
            </a:r>
            <a:endParaRPr lang="en-US" sz="650" dirty="0"/>
          </a:p>
        </p:txBody>
      </p:sp>
      <p:sp>
        <p:nvSpPr>
          <p:cNvPr id="107" name="Shape 105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551176" y="3291840"/>
            <a:ext cx="3920124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11" name="Text 109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11/06/2026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14" name="Text 112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5" name="Shape 113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7" name="Text 115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8" name="Shape 116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9" name="Text 117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46% concluido</a:t>
            </a:r>
            <a:endParaRPr lang="en-US" sz="650" dirty="0"/>
          </a:p>
        </p:txBody>
      </p:sp>
      <p:sp>
        <p:nvSpPr>
          <p:cNvPr id="122" name="Shape 120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20356" y="3291840"/>
            <a:ext cx="2096811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6" name="Text 124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30/06/2026</a:t>
            </a:r>
            <a:endParaRPr lang="en-US" sz="1050" dirty="0"/>
          </a:p>
        </p:txBody>
      </p:sp>
      <p:sp>
        <p:nvSpPr>
          <p:cNvPr id="127" name="Shape 125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9" name="Text 127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30" name="Shape 128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32" name="Text 130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33" name="Shape 131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34" name="Text 132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2532888" y="4059936"/>
            <a:ext cx="303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19.7%</a:t>
            </a:r>
            <a:endParaRPr lang="en-US" sz="2200" dirty="0"/>
          </a:p>
        </p:txBody>
      </p:sp>
      <p:sp>
        <p:nvSpPr>
          <p:cNvPr id="136" name="Text 134"/>
          <p:cNvSpPr/>
          <p:nvPr/>
        </p:nvSpPr>
        <p:spPr>
          <a:xfrm>
            <a:off x="2532888" y="4389120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7" name="Text 135"/>
          <p:cNvSpPr/>
          <p:nvPr/>
        </p:nvSpPr>
        <p:spPr>
          <a:xfrm>
            <a:off x="2532888" y="4553712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565708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5748528" y="4059936"/>
            <a:ext cx="303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8.4%</a:t>
            </a:r>
            <a:endParaRPr lang="en-US" sz="2200" dirty="0"/>
          </a:p>
        </p:txBody>
      </p:sp>
      <p:sp>
        <p:nvSpPr>
          <p:cNvPr id="140" name="Text 138"/>
          <p:cNvSpPr/>
          <p:nvPr/>
        </p:nvSpPr>
        <p:spPr>
          <a:xfrm>
            <a:off x="5748528" y="4389120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</a:t>
            </a:r>
            <a:endParaRPr lang="en-US" sz="800" dirty="0"/>
          </a:p>
        </p:txBody>
      </p:sp>
      <p:sp>
        <p:nvSpPr>
          <p:cNvPr id="141" name="Text 139"/>
          <p:cNvSpPr/>
          <p:nvPr/>
        </p:nvSpPr>
        <p:spPr>
          <a:xfrm>
            <a:off x="5748528" y="4553712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15 Sub Bug . 81.3h realizadas</a:t>
            </a:r>
            <a:endParaRPr lang="en-US" sz="700" dirty="0"/>
          </a:p>
        </p:txBody>
      </p:sp>
      <p:sp>
        <p:nvSpPr>
          <p:cNvPr id="142" name="Shape 140"/>
          <p:cNvSpPr/>
          <p:nvPr/>
        </p:nvSpPr>
        <p:spPr>
          <a:xfrm>
            <a:off x="887272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8964168" y="4059936"/>
            <a:ext cx="303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80.3%</a:t>
            </a:r>
            <a:endParaRPr lang="en-US" sz="2200" dirty="0"/>
          </a:p>
        </p:txBody>
      </p:sp>
      <p:sp>
        <p:nvSpPr>
          <p:cNvPr id="144" name="Text 142"/>
          <p:cNvSpPr/>
          <p:nvPr/>
        </p:nvSpPr>
        <p:spPr>
          <a:xfrm>
            <a:off x="8964168" y="4389120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5" name="Text 143"/>
          <p:cNvSpPr/>
          <p:nvPr/>
        </p:nvSpPr>
        <p:spPr>
          <a:xfrm>
            <a:off x="8964168" y="4553712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6" name="Text 144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47" name="Shape 145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48" name="Text 146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RISCO ATIVO</a:t>
            </a:r>
            <a:endParaRPr lang="en-US" sz="700" dirty="0"/>
          </a:p>
        </p:txBody>
      </p:sp>
      <p:sp>
        <p:nvSpPr>
          <p:cNvPr id="149" name="Shape 147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estouros</a:t>
            </a:r>
            <a:endParaRPr lang="en-US" sz="650" dirty="0"/>
          </a:p>
        </p:txBody>
      </p:sp>
      <p:sp>
        <p:nvSpPr>
          <p:cNvPr id="151" name="Text 149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#404993 +3h(+75%) [artursilva frwk.com.br]</a:t>
            </a:r>
            <a:endParaRPr lang="en-US" sz="750" dirty="0"/>
          </a:p>
        </p:txBody>
      </p:sp>
      <p:sp>
        <p:nvSpPr>
          <p:cNvPr id="152" name="Text 150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3" name="Shape 151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4" name="Text 152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~16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57" name="Text 155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Projetado 30/06/2026 · Base 29/05/2026</a:t>
            </a:r>
            <a:endParaRPr lang="en-US" sz="750" dirty="0"/>
          </a:p>
        </p:txBody>
      </p:sp>
      <p:sp>
        <p:nvSpPr>
          <p:cNvPr id="158" name="Text 156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9" name="Shape 157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0" name="Text 158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1" name="Shape 159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142.4h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3" name="Text 161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7 SRs no periodo</a:t>
            </a:r>
            <a:endParaRPr lang="en-US" sz="750" dirty="0"/>
          </a:p>
        </p:txBody>
      </p:sp>
      <p:sp>
        <p:nvSpPr>
          <p:cNvPr id="164" name="Text 162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142.4h</a:t>
            </a:r>
            <a:endParaRPr lang="en-US" sz="750" dirty="0"/>
          </a:p>
        </p:txBody>
      </p:sp>
      <p:sp>
        <p:nvSpPr>
          <p:cNvPr id="165" name="Shape 163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6" name="Text 164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95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69" name="Text 167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95 itens criados pos 01/05</a:t>
            </a:r>
            <a:endParaRPr lang="en-US" sz="750" dirty="0"/>
          </a:p>
        </p:txBody>
      </p:sp>
      <p:sp>
        <p:nvSpPr>
          <p:cNvPr id="170" name="Text 168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+138h · Obs +9h</a:t>
            </a:r>
            <a:endParaRPr lang="en-US" sz="750" dirty="0"/>
          </a:p>
        </p:txBody>
      </p:sp>
      <p:sp>
        <p:nvSpPr>
          <p:cNvPr id="171" name="Shape 169"/>
          <p:cNvSpPr/>
          <p:nvPr/>
        </p:nvSpPr>
        <p:spPr>
          <a:xfrm>
            <a:off x="2441448" y="5797296"/>
            <a:ext cx="8257032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2441448" y="5797296"/>
            <a:ext cx="82570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3" name="Shape 171"/>
          <p:cNvSpPr/>
          <p:nvPr/>
        </p:nvSpPr>
        <p:spPr>
          <a:xfrm>
            <a:off x="10780776" y="5797296"/>
            <a:ext cx="1307592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10780776" y="5797296"/>
            <a:ext cx="1307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2441448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6" name="Text 174"/>
          <p:cNvSpPr/>
          <p:nvPr/>
        </p:nvSpPr>
        <p:spPr>
          <a:xfrm>
            <a:off x="2496312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77" name="Shape 175"/>
          <p:cNvSpPr/>
          <p:nvPr/>
        </p:nvSpPr>
        <p:spPr>
          <a:xfrm>
            <a:off x="2496312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2496312" y="6153912"/>
            <a:ext cx="113710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2496312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164.7h · 33 subs finalizadas</a:t>
            </a:r>
            <a:endParaRPr lang="en-US" sz="950" dirty="0"/>
          </a:p>
        </p:txBody>
      </p:sp>
      <p:sp>
        <p:nvSpPr>
          <p:cNvPr id="180" name="Text 178"/>
          <p:cNvSpPr/>
          <p:nvPr/>
        </p:nvSpPr>
        <p:spPr>
          <a:xfrm>
            <a:off x="2496312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173.5h estimadas</a:t>
            </a:r>
            <a:endParaRPr lang="en-US" sz="850" dirty="0"/>
          </a:p>
        </p:txBody>
      </p:sp>
      <p:sp>
        <p:nvSpPr>
          <p:cNvPr id="181" name="Shape 179"/>
          <p:cNvSpPr/>
          <p:nvPr/>
        </p:nvSpPr>
        <p:spPr>
          <a:xfrm>
            <a:off x="3831336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2" name="Text 180"/>
          <p:cNvSpPr/>
          <p:nvPr/>
        </p:nvSpPr>
        <p:spPr>
          <a:xfrm>
            <a:off x="3886200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83" name="Shape 181"/>
          <p:cNvSpPr/>
          <p:nvPr/>
        </p:nvSpPr>
        <p:spPr>
          <a:xfrm>
            <a:off x="3886200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3886200" y="6153912"/>
            <a:ext cx="1197864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3886200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275.5h · 45 subs finalizadas</a:t>
            </a:r>
            <a:endParaRPr lang="en-US" sz="950" dirty="0"/>
          </a:p>
        </p:txBody>
      </p:sp>
      <p:sp>
        <p:nvSpPr>
          <p:cNvPr id="186" name="Text 184"/>
          <p:cNvSpPr/>
          <p:nvPr/>
        </p:nvSpPr>
        <p:spPr>
          <a:xfrm>
            <a:off x="3886200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151.5h estimadas</a:t>
            </a:r>
            <a:endParaRPr lang="en-US" sz="850" dirty="0"/>
          </a:p>
        </p:txBody>
      </p:sp>
      <p:sp>
        <p:nvSpPr>
          <p:cNvPr id="187" name="Shape 185"/>
          <p:cNvSpPr/>
          <p:nvPr/>
        </p:nvSpPr>
        <p:spPr>
          <a:xfrm>
            <a:off x="5221224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5276088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89" name="Shape 187"/>
          <p:cNvSpPr/>
          <p:nvPr/>
        </p:nvSpPr>
        <p:spPr>
          <a:xfrm>
            <a:off x="5276088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5276088" y="6153912"/>
            <a:ext cx="1197864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5276088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246.7h · 31 subs finalizadas</a:t>
            </a:r>
            <a:endParaRPr lang="en-US" sz="950" dirty="0"/>
          </a:p>
        </p:txBody>
      </p:sp>
      <p:sp>
        <p:nvSpPr>
          <p:cNvPr id="192" name="Text 190"/>
          <p:cNvSpPr/>
          <p:nvPr/>
        </p:nvSpPr>
        <p:spPr>
          <a:xfrm>
            <a:off x="5276088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214h estimadas</a:t>
            </a:r>
            <a:endParaRPr lang="en-US" sz="850" dirty="0"/>
          </a:p>
        </p:txBody>
      </p:sp>
      <p:sp>
        <p:nvSpPr>
          <p:cNvPr id="193" name="Shape 191"/>
          <p:cNvSpPr/>
          <p:nvPr/>
        </p:nvSpPr>
        <p:spPr>
          <a:xfrm>
            <a:off x="6611112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4" name="Text 192"/>
          <p:cNvSpPr/>
          <p:nvPr/>
        </p:nvSpPr>
        <p:spPr>
          <a:xfrm>
            <a:off x="6665976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195" name="Shape 193"/>
          <p:cNvSpPr/>
          <p:nvPr/>
        </p:nvSpPr>
        <p:spPr>
          <a:xfrm>
            <a:off x="6665976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665976" y="6153912"/>
            <a:ext cx="1197864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6665976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65.5h · 17 subs finalizadas</a:t>
            </a:r>
            <a:endParaRPr lang="en-US" sz="950" dirty="0"/>
          </a:p>
        </p:txBody>
      </p:sp>
      <p:sp>
        <p:nvSpPr>
          <p:cNvPr id="198" name="Text 196"/>
          <p:cNvSpPr/>
          <p:nvPr/>
        </p:nvSpPr>
        <p:spPr>
          <a:xfrm>
            <a:off x="6665976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37h estimadas</a:t>
            </a:r>
            <a:endParaRPr lang="en-US" sz="850" dirty="0"/>
          </a:p>
        </p:txBody>
      </p:sp>
      <p:sp>
        <p:nvSpPr>
          <p:cNvPr id="199" name="Shape 197"/>
          <p:cNvSpPr/>
          <p:nvPr/>
        </p:nvSpPr>
        <p:spPr>
          <a:xfrm>
            <a:off x="8001000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0" name="Text 198"/>
          <p:cNvSpPr/>
          <p:nvPr/>
        </p:nvSpPr>
        <p:spPr>
          <a:xfrm>
            <a:off x="8055864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01" name="Shape 199"/>
          <p:cNvSpPr/>
          <p:nvPr/>
        </p:nvSpPr>
        <p:spPr>
          <a:xfrm>
            <a:off x="8055864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055864" y="6153912"/>
            <a:ext cx="1197864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8055864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164.5h · 21 subs finalizadas</a:t>
            </a:r>
            <a:endParaRPr lang="en-US" sz="950" dirty="0"/>
          </a:p>
        </p:txBody>
      </p:sp>
      <p:sp>
        <p:nvSpPr>
          <p:cNvPr id="204" name="Text 202"/>
          <p:cNvSpPr/>
          <p:nvPr/>
        </p:nvSpPr>
        <p:spPr>
          <a:xfrm>
            <a:off x="8055864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164h estimadas</a:t>
            </a:r>
            <a:endParaRPr lang="en-US" sz="850" dirty="0"/>
          </a:p>
        </p:txBody>
      </p:sp>
      <p:sp>
        <p:nvSpPr>
          <p:cNvPr id="205" name="Shape 203"/>
          <p:cNvSpPr/>
          <p:nvPr/>
        </p:nvSpPr>
        <p:spPr>
          <a:xfrm>
            <a:off x="9390888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6" name="Text 204"/>
          <p:cNvSpPr/>
          <p:nvPr/>
        </p:nvSpPr>
        <p:spPr>
          <a:xfrm>
            <a:off x="9445752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07" name="Shape 205"/>
          <p:cNvSpPr/>
          <p:nvPr/>
        </p:nvSpPr>
        <p:spPr>
          <a:xfrm>
            <a:off x="9445752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9445752" y="6153912"/>
            <a:ext cx="119786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9445752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10" name="Text 208"/>
          <p:cNvSpPr/>
          <p:nvPr/>
        </p:nvSpPr>
        <p:spPr>
          <a:xfrm>
            <a:off x="9445752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11" name="Shape 209"/>
          <p:cNvSpPr/>
          <p:nvPr/>
        </p:nvSpPr>
        <p:spPr>
          <a:xfrm>
            <a:off x="10780776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2" name="Text 210"/>
          <p:cNvSpPr/>
          <p:nvPr/>
        </p:nvSpPr>
        <p:spPr>
          <a:xfrm>
            <a:off x="10835640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13" name="Shape 211"/>
          <p:cNvSpPr/>
          <p:nvPr/>
        </p:nvSpPr>
        <p:spPr>
          <a:xfrm>
            <a:off x="10835640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835640" y="6153912"/>
            <a:ext cx="86000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10835640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28h · 5 subs finalizadas</a:t>
            </a:r>
            <a:endParaRPr lang="en-US" sz="950" dirty="0"/>
          </a:p>
        </p:txBody>
      </p:sp>
      <p:sp>
        <p:nvSpPr>
          <p:cNvPr id="216" name="Text 214"/>
          <p:cNvSpPr/>
          <p:nvPr/>
        </p:nvSpPr>
        <p:spPr>
          <a:xfrm>
            <a:off x="10835640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39h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2026-06-09T23:15:36Z</dcterms:created>
  <dcterms:modified xsi:type="dcterms:W3CDTF">2026-06-09T23:15:36Z</dcterms:modified>
</cp:coreProperties>
</file>