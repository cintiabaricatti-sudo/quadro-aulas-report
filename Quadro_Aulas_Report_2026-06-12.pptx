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12 de Junho de 2026 as 19:46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370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289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10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0477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78% concluido  .  289 de 370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104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11 . Em progresso: 2 . Finalizados: 91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405h . Real: 499.9h . Rem: 11.5h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3926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88% · 91 de 104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511.4h (+106.4h / +26%)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70" name="Text 68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4" name="Text 72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115 itens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37 . Em progresso: 5 . Finalizados: 73</a:t>
            </a:r>
            <a:endParaRPr lang="en-US" sz="750" dirty="0"/>
          </a:p>
        </p:txBody>
      </p:sp>
      <p:sp>
        <p:nvSpPr>
          <p:cNvPr id="76" name="Text 74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248h . Rem: 129h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80" name="Shape 78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811512" y="1033272"/>
            <a:ext cx="138833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63% · 73 de 115</a:t>
            </a:r>
            <a:endParaRPr lang="en-US" sz="650" dirty="0"/>
          </a:p>
        </p:txBody>
      </p:sp>
      <p:sp>
        <p:nvSpPr>
          <p:cNvPr id="83" name="Text 81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377h (-111.5h / -23%)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5" name="Text 83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1210.5h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1171h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147.5h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9" name="Text 97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+108h</a:t>
            </a:r>
            <a:endParaRPr lang="en-US" sz="2400" dirty="0"/>
          </a:p>
        </p:txBody>
      </p:sp>
      <p:sp>
        <p:nvSpPr>
          <p:cNvPr id="100" name="Text 98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1318.5h (+9%)</a:t>
            </a:r>
            <a:endParaRPr lang="en-US" sz="700" dirty="0"/>
          </a:p>
        </p:txBody>
      </p:sp>
      <p:sp>
        <p:nvSpPr>
          <p:cNvPr id="101" name="Shape 99"/>
          <p:cNvSpPr/>
          <p:nvPr/>
        </p:nvSpPr>
        <p:spPr>
          <a:xfrm>
            <a:off x="2441448" y="2916936"/>
            <a:ext cx="8567723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1009171" y="2916936"/>
            <a:ext cx="1079197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4" name="Text 102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91% concluido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291840"/>
            <a:ext cx="4148038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1" name="Text 109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15/06/2026</a:t>
            </a:r>
            <a:endParaRPr lang="en-US" sz="1050" dirty="0"/>
          </a:p>
        </p:txBody>
      </p:sp>
      <p:sp>
        <p:nvSpPr>
          <p:cNvPr id="112" name="Shape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4" name="Text 112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5" name="Shape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7" name="Text 115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9" name="Text 117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63% concluido</a:t>
            </a:r>
            <a:endParaRPr lang="en-US" sz="650" dirty="0"/>
          </a:p>
        </p:txBody>
      </p:sp>
      <p:sp>
        <p:nvSpPr>
          <p:cNvPr id="122" name="Shape 120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291840"/>
            <a:ext cx="2871719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6" name="Text 124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9" name="Text 127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30" name="Shape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2" name="Text 130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3" name="Shape 131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4" name="Text 132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5" name="Text 133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18.0%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11.7%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24 Sub Bug . 106.8h realizadas</a:t>
            </a:r>
            <a:endParaRPr lang="en-US" sz="700" dirty="0"/>
          </a:p>
        </p:txBody>
      </p:sp>
      <p:sp>
        <p:nvSpPr>
          <p:cNvPr id="142" name="Shape 140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82.0%</a:t>
            </a:r>
            <a:endParaRPr lang="en-US" sz="2200" dirty="0"/>
          </a:p>
        </p:txBody>
      </p:sp>
      <p:sp>
        <p:nvSpPr>
          <p:cNvPr id="144" name="Text 142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5" name="Text 143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6" name="Text 144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7" name="Shape 145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8" name="Text 146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1" name="Text 149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2" name="Text 150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#407538 +2h(+67%) [CARLOS HENRIQUE ALMEIDA OLIVEIRA]</a:t>
            </a:r>
            <a:endParaRPr lang="en-US" sz="750" dirty="0"/>
          </a:p>
        </p:txBody>
      </p:sp>
      <p:sp>
        <p:nvSpPr>
          <p:cNvPr id="153" name="Shape 151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4" name="Text 152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5" name="Shape 153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7" name="Text 155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23/06/2026 · Base 29/05/2026</a:t>
            </a:r>
            <a:endParaRPr lang="en-US" sz="750" dirty="0"/>
          </a:p>
        </p:txBody>
      </p:sp>
      <p:sp>
        <p:nvSpPr>
          <p:cNvPr id="158" name="Text 156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9" name="Shape 157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0" name="Text 158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1" name="Shape 159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3" name="Text 161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4" name="Text 162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65" name="Shape 163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6" name="Text 164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7" name="Shape 165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107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9" name="Text 167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107 itens criados pos 01/05</a:t>
            </a:r>
            <a:endParaRPr lang="en-US" sz="750" dirty="0"/>
          </a:p>
        </p:txBody>
      </p:sp>
      <p:sp>
        <p:nvSpPr>
          <p:cNvPr id="170" name="Text 168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+141h · Obs +9h</a:t>
            </a:r>
            <a:endParaRPr lang="en-US" sz="750" dirty="0"/>
          </a:p>
        </p:txBody>
      </p:sp>
      <p:sp>
        <p:nvSpPr>
          <p:cNvPr id="171" name="Shape 169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3" name="Shape 171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5" name="Shape 173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6" name="Text 174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2496312" y="6153912"/>
            <a:ext cx="108033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 finalizadas</a:t>
            </a:r>
            <a:endParaRPr lang="en-US" sz="950" dirty="0"/>
          </a:p>
        </p:txBody>
      </p:sp>
      <p:sp>
        <p:nvSpPr>
          <p:cNvPr id="180" name="Text 178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1" name="Shape 179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2" name="Text 180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5" name="Text 183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 finalizadas</a:t>
            </a:r>
            <a:endParaRPr lang="en-US" sz="950" dirty="0"/>
          </a:p>
        </p:txBody>
      </p:sp>
      <p:sp>
        <p:nvSpPr>
          <p:cNvPr id="186" name="Text 184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87" name="Shape 185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8" name="Text 186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1" name="Text 189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192" name="Text 190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193" name="Shape 191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4" name="Text 192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 finalizadas</a:t>
            </a:r>
            <a:endParaRPr lang="en-US" sz="950" dirty="0"/>
          </a:p>
        </p:txBody>
      </p:sp>
      <p:sp>
        <p:nvSpPr>
          <p:cNvPr id="198" name="Text 196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199" name="Shape 197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0" name="Text 198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8055864" y="6153912"/>
            <a:ext cx="84449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211.5h · 45 subs finalizadas</a:t>
            </a:r>
            <a:endParaRPr lang="en-US" sz="950" dirty="0"/>
          </a:p>
        </p:txBody>
      </p:sp>
      <p:sp>
        <p:nvSpPr>
          <p:cNvPr id="204" name="Text 202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300h estimadas</a:t>
            </a:r>
            <a:endParaRPr lang="en-US" sz="850" dirty="0"/>
          </a:p>
        </p:txBody>
      </p:sp>
      <p:sp>
        <p:nvSpPr>
          <p:cNvPr id="205" name="Shape 203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6" name="Text 204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10" name="Text 208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11" name="Shape 209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2" name="Text 210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13" name="Shape 211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10835640" y="6153912"/>
            <a:ext cx="1088967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16" name="Text 214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2026-06-12T22:46:32Z</dcterms:created>
  <dcterms:modified xsi:type="dcterms:W3CDTF">2026-06-12T22:46:32Z</dcterms:modified>
</cp:coreProperties>
</file>