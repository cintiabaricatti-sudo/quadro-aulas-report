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12 de Junho de 2026 as 18:11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288 de 370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38 . Em progresso: 5 . Finalizados: 72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245h . Rem: 137h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72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382h (-106.5h / -22%)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1168h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155.5h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+113h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1323.5h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1348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954937" y="2916936"/>
            <a:ext cx="113343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18.1%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11.8%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. 106.8h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81.9%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107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8033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85532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208.5h · 44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292h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108896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2026-06-12T21:11:56Z</dcterms:created>
  <dcterms:modified xsi:type="dcterms:W3CDTF">2026-06-12T21:11:56Z</dcterms:modified>
</cp:coreProperties>
</file>