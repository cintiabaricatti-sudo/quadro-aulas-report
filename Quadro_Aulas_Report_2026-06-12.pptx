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12 de Junho de 2026 as 15:28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285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584198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77% concluido  .  285 de 370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101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1 . Finalizados: 89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402h . Real: 475.9h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322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60% · 6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89 de 101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487.4h (+85.4h / +21%)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1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107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36 . Em progresso: 5 . Finalizados: 66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237.5h . Rem: 137h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366296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62% · 66 de 107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374.5h (-114.0h / -23%)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1166.5h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155.5h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+111.5h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1322h (+9%)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851220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953651" y="2916936"/>
            <a:ext cx="113471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62%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826136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18.1%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11.8%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. 105.3h realizadas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81.9%</a:t>
            </a:r>
            <a:endParaRPr lang="en-US" sz="2200" dirty="0"/>
          </a:p>
        </p:txBody>
      </p:sp>
      <p:sp>
        <p:nvSpPr>
          <p:cNvPr id="144" name="Text 142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6" name="Text 144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4" name="Text 152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0" name="Text 158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4" name="Text 162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6" name="Text 164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107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107 itens criados pos 01/05</a:t>
            </a:r>
            <a:endParaRPr lang="en-US" sz="750" dirty="0"/>
          </a:p>
        </p:txBody>
      </p:sp>
      <p:sp>
        <p:nvSpPr>
          <p:cNvPr id="170" name="Text 168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+138h · Obs +9h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3" name="Shape 171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6" name="Text 174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496312" y="6153912"/>
            <a:ext cx="108033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0" name="Text 178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1" name="Shape 179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2" name="Text 180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86" name="Text 184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2" name="Text 190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4" name="Text 192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198" name="Text 196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199" name="Shape 197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0" name="Text 198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8055864" y="6153912"/>
            <a:ext cx="849171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207h · 42 subs finalizadas</a:t>
            </a:r>
            <a:endParaRPr lang="en-US" sz="950" dirty="0"/>
          </a:p>
        </p:txBody>
      </p:sp>
      <p:sp>
        <p:nvSpPr>
          <p:cNvPr id="204" name="Text 202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292h estimadas</a:t>
            </a:r>
            <a:endParaRPr lang="en-US" sz="850" dirty="0"/>
          </a:p>
        </p:txBody>
      </p:sp>
      <p:sp>
        <p:nvSpPr>
          <p:cNvPr id="205" name="Shape 203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6" name="Text 204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0" name="Text 208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2" name="Text 210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10835640" y="6153912"/>
            <a:ext cx="1088967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16" name="Text 214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2026-06-12T18:28:34Z</dcterms:created>
  <dcterms:modified xsi:type="dcterms:W3CDTF">2026-06-12T18:28:34Z</dcterms:modified>
</cp:coreProperties>
</file>