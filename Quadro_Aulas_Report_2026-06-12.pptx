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12 de Junho de 2026 as 09:26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361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278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584198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77% concluido  .  278 de 361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1 . Finalizados: 64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259.2h . Rem: 7.5h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49445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93% · 64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101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1 . Finalizados: 89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402h . Real: 471.9h . Rem: 11.5h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322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60% · 6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89 de 101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483.4h (+81.4h / +20%)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1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+3h (+75%)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107 itens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38 . Em progresso: 4 . Finalizados: 65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230.5h . Rem: 151h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11512" y="1033272"/>
            <a:ext cx="1344259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61% · 65 de 107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381.5h (-107.0h / -22%)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1210.5h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1131h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170h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+90.5h</a:t>
            </a:r>
            <a:endParaRPr lang="en-US" sz="2400" dirty="0"/>
          </a:p>
        </p:txBody>
      </p:sp>
      <p:sp>
        <p:nvSpPr>
          <p:cNvPr id="100" name="Text 98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1301h (+7%)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441448" y="2916936"/>
            <a:ext cx="838636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827817" y="2916936"/>
            <a:ext cx="126055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15/06/2026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9" name="Text 117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61% concluido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291840"/>
            <a:ext cx="2780553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4" name="Text 132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18.4%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8.0%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16 Sub Bug . 87.3h realizadas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81.6%</a:t>
            </a:r>
            <a:endParaRPr lang="en-US" sz="2200" dirty="0"/>
          </a:p>
        </p:txBody>
      </p:sp>
      <p:sp>
        <p:nvSpPr>
          <p:cNvPr id="144" name="Text 142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5" name="Text 143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6" name="Text 144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8" name="Text 146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+3h(+75%) [artursilva frwk.com.br]</a:t>
            </a:r>
            <a:endParaRPr lang="en-US" sz="750" dirty="0"/>
          </a:p>
        </p:txBody>
      </p:sp>
      <p:sp>
        <p:nvSpPr>
          <p:cNvPr id="152" name="Text 150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4" name="Text 152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~9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7" name="Text 155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8" name="Text 156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0" name="Text 158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145.4h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3" name="Text 161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4" name="Text 162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145.4h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6" name="Text 164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98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98 itens criados pos 01/05</a:t>
            </a:r>
            <a:endParaRPr lang="en-US" sz="750" dirty="0"/>
          </a:p>
        </p:txBody>
      </p:sp>
      <p:sp>
        <p:nvSpPr>
          <p:cNvPr id="170" name="Text 168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+138h · Obs +9h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3" name="Shape 171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6" name="Text 174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496312" y="6153912"/>
            <a:ext cx="1049261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185.7h · 39 subs finalizadas</a:t>
            </a:r>
            <a:endParaRPr lang="en-US" sz="950" dirty="0"/>
          </a:p>
        </p:txBody>
      </p:sp>
      <p:sp>
        <p:nvSpPr>
          <p:cNvPr id="180" name="Text 178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1" name="Shape 179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2" name="Text 180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275.5h · 45 subs finalizadas</a:t>
            </a:r>
            <a:endParaRPr lang="en-US" sz="950" dirty="0"/>
          </a:p>
        </p:txBody>
      </p:sp>
      <p:sp>
        <p:nvSpPr>
          <p:cNvPr id="186" name="Text 184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8" name="Text 186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192" name="Text 190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3" name="Shape 191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4" name="Text 192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74.5h · 18 subs finalizadas</a:t>
            </a:r>
            <a:endParaRPr lang="en-US" sz="950" dirty="0"/>
          </a:p>
        </p:txBody>
      </p:sp>
      <p:sp>
        <p:nvSpPr>
          <p:cNvPr id="198" name="Text 196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43h estimadas</a:t>
            </a:r>
            <a:endParaRPr lang="en-US" sz="850" dirty="0"/>
          </a:p>
        </p:txBody>
      </p:sp>
      <p:sp>
        <p:nvSpPr>
          <p:cNvPr id="199" name="Shape 197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0" name="Text 198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8055864" y="6153912"/>
            <a:ext cx="84778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201h · 38 subs finalizadas</a:t>
            </a:r>
            <a:endParaRPr lang="en-US" sz="950" dirty="0"/>
          </a:p>
        </p:txBody>
      </p:sp>
      <p:sp>
        <p:nvSpPr>
          <p:cNvPr id="204" name="Text 202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284h estimadas</a:t>
            </a:r>
            <a:endParaRPr lang="en-US" sz="850" dirty="0"/>
          </a:p>
        </p:txBody>
      </p:sp>
      <p:sp>
        <p:nvSpPr>
          <p:cNvPr id="205" name="Shape 203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6" name="Text 204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0" name="Text 208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2" name="Text 210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10835640" y="6153912"/>
            <a:ext cx="1088967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16" name="Text 214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2026-06-12T12:26:43Z</dcterms:created>
  <dcterms:modified xsi:type="dcterms:W3CDTF">2026-06-12T12:26:43Z</dcterms:modified>
</cp:coreProperties>
</file>