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12 de Junho de 2026 as 17:40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370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287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54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04772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78% concluido  .  287 de 370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65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259.7h . Rem: 7h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071482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94% · 65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266.7h (-7.3h / -3%)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3 NFT · 101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11 . Em progresso: 1 . Finalizados: 89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402h . Real: 475.9h . Rem: 11.5h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322222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60% · 6 de 10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93926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88% · 89 de 101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Projetado: 487.4h (+85.4h / +21%)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[backend] Implementar endpoint /links/au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+5h (+125%)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107 itens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36 . Em progresso: 5 . Finalizados: 66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488.5h . Real: 237.5h . Rem: 137h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11512" y="1033272"/>
            <a:ext cx="1366296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62% · 66 de 107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374.5h (-114.0h / -23%)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1210.5h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1168h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155.5h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+113h</a:t>
            </a:r>
            <a:endParaRPr lang="en-US" sz="2400" dirty="0"/>
          </a:p>
        </p:txBody>
      </p:sp>
      <p:sp>
        <p:nvSpPr>
          <p:cNvPr id="100" name="Text 98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1323.5h (+9%)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441448" y="2916936"/>
            <a:ext cx="8513489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954937" y="2916936"/>
            <a:ext cx="1133431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91% concluido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291840"/>
            <a:ext cx="414803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15/06/2026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62% concluido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291840"/>
            <a:ext cx="2826136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23/06/2026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4" name="Text 132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18.1%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11.8%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24 Sub Bug . 106.8h realizadas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81.9%</a:t>
            </a:r>
            <a:endParaRPr lang="en-US" sz="2200" dirty="0"/>
          </a:p>
        </p:txBody>
      </p:sp>
      <p:sp>
        <p:nvSpPr>
          <p:cNvPr id="144" name="Text 142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+5h(+125%) [artursilva frwk.com.br]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4" name="Text 152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~8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23/06/2026 · Base 29/05/2026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0" name="Text 158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151.4h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3" name="Text 161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151.4h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6" name="Text 164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107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107 itens criados pos 01/05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+138h · Obs +9h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6" name="Text 174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496312" y="6153912"/>
            <a:ext cx="108033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191.2h · 40 subs finalizadas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212h estimadas</a:t>
            </a:r>
            <a:endParaRPr lang="en-US" sz="850" dirty="0"/>
          </a:p>
        </p:txBody>
      </p:sp>
      <p:sp>
        <p:nvSpPr>
          <p:cNvPr id="181" name="Shape 179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2" name="Text 180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290.5h · 46 subs finalizadas</a:t>
            </a:r>
            <a:endParaRPr lang="en-US" sz="950" dirty="0"/>
          </a:p>
        </p:txBody>
      </p:sp>
      <p:sp>
        <p:nvSpPr>
          <p:cNvPr id="186" name="Text 184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254.7h · 32 subs finalizadas</a:t>
            </a:r>
            <a:endParaRPr lang="en-US" sz="950" dirty="0"/>
          </a:p>
        </p:txBody>
      </p:sp>
      <p:sp>
        <p:nvSpPr>
          <p:cNvPr id="192" name="Text 190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83.5h · 19 subs finalizadas</a:t>
            </a:r>
            <a:endParaRPr lang="en-US" sz="950" dirty="0"/>
          </a:p>
        </p:txBody>
      </p:sp>
      <p:sp>
        <p:nvSpPr>
          <p:cNvPr id="198" name="Text 196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49h estimadas</a:t>
            </a:r>
            <a:endParaRPr lang="en-US" sz="850" dirty="0"/>
          </a:p>
        </p:txBody>
      </p:sp>
      <p:sp>
        <p:nvSpPr>
          <p:cNvPr id="199" name="Shape 197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055864" y="6153912"/>
            <a:ext cx="85532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208.5h · 44 subs finalizadas</a:t>
            </a:r>
            <a:endParaRPr lang="en-US" sz="950" dirty="0"/>
          </a:p>
        </p:txBody>
      </p:sp>
      <p:sp>
        <p:nvSpPr>
          <p:cNvPr id="204" name="Text 202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292h estimadas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6" name="Text 204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0" name="Text 208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11" name="Shape 209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2" name="Text 210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835640" y="6153912"/>
            <a:ext cx="1088967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16" name="Text 214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2026-06-12T20:40:36Z</dcterms:created>
  <dcterms:modified xsi:type="dcterms:W3CDTF">2026-06-12T20:40:36Z</dcterms:modified>
</cp:coreProperties>
</file>