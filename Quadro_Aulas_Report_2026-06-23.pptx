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23 de Junho de 2026 as 19:16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8706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82% concluido  .  325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13 . Em progresso: 0 . Finalizados: 98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427.5h . Real: 522.8h . Rem: 28.5h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73% · 8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98 de 111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551.3h (+123.8h / +29%)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1251h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1264.4h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140.5h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+153.9h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68215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23607" y="2916936"/>
            <a:ext cx="96476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01/07/2026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17.0%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11.4%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83.0%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01/07/2026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+164h · Obs +18h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5940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120h · 87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2026-06-23T22:16:35Z</dcterms:created>
  <dcterms:modified xsi:type="dcterms:W3CDTF">2026-06-23T22:16:35Z</dcterms:modified>
</cp:coreProperties>
</file>