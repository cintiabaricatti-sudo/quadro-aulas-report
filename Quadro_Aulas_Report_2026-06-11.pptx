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11 de Junho de 2026 as 09:55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359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260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16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72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481328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72% concluido  .  260 de 359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5 . Em progresso: 1 . Finalizados: 63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258.2h . Rem: 8.5h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005371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91% · 63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266.7h (-7.3h / -3%)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3 NFT · 101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12 . Em progresso: 2 . Finalizados: 87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402h . Real: 471.4h . Rem: 12.5h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322222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60% · 6 de 10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95185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86% · 87 de 101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Projetado: 483.9h (+81.9h / +20%)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1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[backend] Implementar endpoint /links/au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+3h (+75%)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692561" y="73152"/>
            <a:ext cx="1880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</a:rPr>
              <a:t>·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16 Stories · 107 itens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54 . Em progresso: 2 . Finalizados: 51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488.5h . Real: 193.5h . Rem: 270.5h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16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811512" y="1033272"/>
            <a:ext cx="1057778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48% · 51 de 107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464h (-24.5h / -5%)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1210.5h</a:t>
            </a:r>
            <a:endParaRPr lang="en-US" sz="2400" dirty="0"/>
          </a:p>
        </p:txBody>
      </p:sp>
      <p:sp>
        <p:nvSpPr>
          <p:cNvPr id="88" name="Text 86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1089.5h</a:t>
            </a:r>
            <a:endParaRPr lang="en-US" sz="2400" dirty="0"/>
          </a:p>
        </p:txBody>
      </p:sp>
      <p:sp>
        <p:nvSpPr>
          <p:cNvPr id="92" name="Text 90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291.5h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+170.5h</a:t>
            </a:r>
            <a:endParaRPr lang="en-US" sz="2400" dirty="0"/>
          </a:p>
        </p:txBody>
      </p:sp>
      <p:sp>
        <p:nvSpPr>
          <p:cNvPr id="100" name="Text 98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1381h (+14%)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441448" y="2916936"/>
            <a:ext cx="761065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052106" y="2916936"/>
            <a:ext cx="203626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89% concluido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291840"/>
            <a:ext cx="4056873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48% concluido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291840"/>
            <a:ext cx="2187976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02/07/2026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9" name="Text 127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30" name="Shape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4" name="Text 132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253288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19.6%</a:t>
            </a:r>
            <a:endParaRPr lang="en-US" sz="2200" dirty="0"/>
          </a:p>
        </p:txBody>
      </p:sp>
      <p:sp>
        <p:nvSpPr>
          <p:cNvPr id="136" name="Text 134"/>
          <p:cNvSpPr/>
          <p:nvPr/>
        </p:nvSpPr>
        <p:spPr>
          <a:xfrm>
            <a:off x="253288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253288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565708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74852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8.2%</a:t>
            </a:r>
            <a:endParaRPr lang="en-US" sz="2200" dirty="0"/>
          </a:p>
        </p:txBody>
      </p:sp>
      <p:sp>
        <p:nvSpPr>
          <p:cNvPr id="140" name="Text 138"/>
          <p:cNvSpPr/>
          <p:nvPr/>
        </p:nvSpPr>
        <p:spPr>
          <a:xfrm>
            <a:off x="574852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574852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15 Sub Bug . 86.3h realizadas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887272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96416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80.4%</a:t>
            </a:r>
            <a:endParaRPr lang="en-US" sz="2200" dirty="0"/>
          </a:p>
        </p:txBody>
      </p:sp>
      <p:sp>
        <p:nvSpPr>
          <p:cNvPr id="144" name="Text 142"/>
          <p:cNvSpPr/>
          <p:nvPr/>
        </p:nvSpPr>
        <p:spPr>
          <a:xfrm>
            <a:off x="896416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5" name="Text 143"/>
          <p:cNvSpPr/>
          <p:nvPr/>
        </p:nvSpPr>
        <p:spPr>
          <a:xfrm>
            <a:off x="896416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8" name="Text 146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#404993 +3h(+75%) [artursilva frwk.com.br]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4" name="Text 152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~16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7" name="Text 155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Projetado 02/07/2026 · Base 29/05/2026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0" name="Text 158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145.4h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3" name="Text 161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7 SRs no periodo</a:t>
            </a:r>
            <a:endParaRPr lang="en-US" sz="750" dirty="0"/>
          </a:p>
        </p:txBody>
      </p:sp>
      <p:sp>
        <p:nvSpPr>
          <p:cNvPr id="164" name="Text 162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145.4h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6" name="Text 164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96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96 itens criados pos 01/05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+138h · Obs +9h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44144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6" name="Text 174"/>
          <p:cNvSpPr/>
          <p:nvPr/>
        </p:nvSpPr>
        <p:spPr>
          <a:xfrm>
            <a:off x="249631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249631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496312" y="6153912"/>
            <a:ext cx="1105302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49631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182.7h · 37 subs finalizadas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249631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198h estimadas</a:t>
            </a:r>
            <a:endParaRPr lang="en-US" sz="850" dirty="0"/>
          </a:p>
        </p:txBody>
      </p:sp>
      <p:sp>
        <p:nvSpPr>
          <p:cNvPr id="181" name="Shape 179"/>
          <p:cNvSpPr/>
          <p:nvPr/>
        </p:nvSpPr>
        <p:spPr>
          <a:xfrm>
            <a:off x="383133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2" name="Text 180"/>
          <p:cNvSpPr/>
          <p:nvPr/>
        </p:nvSpPr>
        <p:spPr>
          <a:xfrm>
            <a:off x="388620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88620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275.5h · 45 subs finalizadas</a:t>
            </a:r>
            <a:endParaRPr lang="en-US" sz="950" dirty="0"/>
          </a:p>
        </p:txBody>
      </p:sp>
      <p:sp>
        <p:nvSpPr>
          <p:cNvPr id="186" name="Text 184"/>
          <p:cNvSpPr/>
          <p:nvPr/>
        </p:nvSpPr>
        <p:spPr>
          <a:xfrm>
            <a:off x="388620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87" name="Shape 185"/>
          <p:cNvSpPr/>
          <p:nvPr/>
        </p:nvSpPr>
        <p:spPr>
          <a:xfrm>
            <a:off x="5221224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276088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5276088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252.7h · 31 subs finalizadas</a:t>
            </a:r>
            <a:endParaRPr lang="en-US" sz="950" dirty="0"/>
          </a:p>
        </p:txBody>
      </p:sp>
      <p:sp>
        <p:nvSpPr>
          <p:cNvPr id="192" name="Text 190"/>
          <p:cNvSpPr/>
          <p:nvPr/>
        </p:nvSpPr>
        <p:spPr>
          <a:xfrm>
            <a:off x="5276088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3" name="Shape 191"/>
          <p:cNvSpPr/>
          <p:nvPr/>
        </p:nvSpPr>
        <p:spPr>
          <a:xfrm>
            <a:off x="6611112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6665976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195" name="Shape 193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665976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71.5h · 18 subs finalizadas</a:t>
            </a:r>
            <a:endParaRPr lang="en-US" sz="950" dirty="0"/>
          </a:p>
        </p:txBody>
      </p:sp>
      <p:sp>
        <p:nvSpPr>
          <p:cNvPr id="198" name="Text 196"/>
          <p:cNvSpPr/>
          <p:nvPr/>
        </p:nvSpPr>
        <p:spPr>
          <a:xfrm>
            <a:off x="6665976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43h estimadas</a:t>
            </a:r>
            <a:endParaRPr lang="en-US" sz="850" dirty="0"/>
          </a:p>
        </p:txBody>
      </p:sp>
      <p:sp>
        <p:nvSpPr>
          <p:cNvPr id="199" name="Shape 197"/>
          <p:cNvSpPr/>
          <p:nvPr/>
        </p:nvSpPr>
        <p:spPr>
          <a:xfrm>
            <a:off x="8001000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8055864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8055864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166.5h · 23 subs finalizadas</a:t>
            </a:r>
            <a:endParaRPr lang="en-US" sz="950" dirty="0"/>
          </a:p>
        </p:txBody>
      </p:sp>
      <p:sp>
        <p:nvSpPr>
          <p:cNvPr id="204" name="Text 202"/>
          <p:cNvSpPr/>
          <p:nvPr/>
        </p:nvSpPr>
        <p:spPr>
          <a:xfrm>
            <a:off x="8055864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164h estimadas</a:t>
            </a:r>
            <a:endParaRPr lang="en-US" sz="850" dirty="0"/>
          </a:p>
        </p:txBody>
      </p:sp>
      <p:sp>
        <p:nvSpPr>
          <p:cNvPr id="205" name="Shape 203"/>
          <p:cNvSpPr/>
          <p:nvPr/>
        </p:nvSpPr>
        <p:spPr>
          <a:xfrm>
            <a:off x="939088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6" name="Text 204"/>
          <p:cNvSpPr/>
          <p:nvPr/>
        </p:nvSpPr>
        <p:spPr>
          <a:xfrm>
            <a:off x="944575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944575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0" name="Text 208"/>
          <p:cNvSpPr/>
          <p:nvPr/>
        </p:nvSpPr>
        <p:spPr>
          <a:xfrm>
            <a:off x="944575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11" name="Shape 209"/>
          <p:cNvSpPr/>
          <p:nvPr/>
        </p:nvSpPr>
        <p:spPr>
          <a:xfrm>
            <a:off x="1078077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2" name="Text 210"/>
          <p:cNvSpPr/>
          <p:nvPr/>
        </p:nvSpPr>
        <p:spPr>
          <a:xfrm>
            <a:off x="1083564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13" name="Shape 211"/>
          <p:cNvSpPr/>
          <p:nvPr/>
        </p:nvSpPr>
        <p:spPr>
          <a:xfrm>
            <a:off x="1083564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835640" y="6153912"/>
            <a:ext cx="86000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1083564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28h · 5 subs finalizadas</a:t>
            </a:r>
            <a:endParaRPr lang="en-US" sz="950" dirty="0"/>
          </a:p>
        </p:txBody>
      </p:sp>
      <p:sp>
        <p:nvSpPr>
          <p:cNvPr id="216" name="Text 214"/>
          <p:cNvSpPr/>
          <p:nvPr/>
        </p:nvSpPr>
        <p:spPr>
          <a:xfrm>
            <a:off x="1083564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39h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2026-06-11T12:55:18Z</dcterms:created>
  <dcterms:modified xsi:type="dcterms:W3CDTF">2026-06-11T12:55:18Z</dcterms:modified>
</cp:coreProperties>
</file>