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4 de Junho de 2026 as 10:23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348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40180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70% concluido  .  242 de 348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718889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78% · 7 de 9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99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15 . Em progresso: 3 . Finalizados: 81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435.9h . Rem: 30.3h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807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82% · 81 de 99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466.2h (+69.2h / +17%)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107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43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188.5h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43 de 107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471h (-17.5h / -4%)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1166h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1028h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312.8h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+174.8h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1340.8h (+15%)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96356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837804" y="2916936"/>
            <a:ext cx="225056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89%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56873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05/06/2026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8.9%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4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25/06/2026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85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85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+9h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29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2026-06-04T13:23:12Z</dcterms:created>
  <dcterms:modified xsi:type="dcterms:W3CDTF">2026-06-04T13:23:12Z</dcterms:modified>
</cp:coreProperties>
</file>