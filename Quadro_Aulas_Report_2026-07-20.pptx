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20 de Julho de 2026 as 09:33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6936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86% concluido  .  339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0 . Finalizados: 112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596.6h . Rem: 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5963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98% · 112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599.6h (+167.1h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1352.4h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115h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+218.4h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1467.4h (+17%)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908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32340" y="2916936"/>
            <a:ext cx="7560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21/07/2026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28/07/2026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18.1%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29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57%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81.9%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28/07/2026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251.1h · 46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17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2026-07-20T12:33:12Z</dcterms:created>
  <dcterms:modified xsi:type="dcterms:W3CDTF">2026-07-20T12:33:12Z</dcterms:modified>
</cp:coreProperties>
</file>