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5 de Junho de 2026 as 08:39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348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242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14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82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44018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70% concluido  .  242 de 348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4 NFT · 59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59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237.5h . Real: 240.2h . Rem: 0h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718889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78% · 7 de 9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59 de 59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240.2h (+2.7h / +1%)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8 Stories · 3 NFT · 99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15 . Em progresso: 3 . Finalizados: 81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397h . Real: 435.9h . Rem: 30.3h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212037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55% · 6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807037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82% · 81 de 99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Projetado: 466.2h (+69.2h / +17%)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692561" y="73152"/>
            <a:ext cx="1880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AAAA"/>
                </a:solidFill>
              </a:rPr>
              <a:t>·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16 Stories · 107 itens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63 . Em progresso: 1 . Finalizados: 43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488.5h . Real: 188.5h . Rem: 282.5h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16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11512" y="1033272"/>
            <a:ext cx="881482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40% · 43 de 107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471h (-17.5h / -4%)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1166h</a:t>
            </a:r>
            <a:endParaRPr lang="en-US" sz="2400" dirty="0"/>
          </a:p>
        </p:txBody>
      </p:sp>
      <p:sp>
        <p:nvSpPr>
          <p:cNvPr id="84" name="Text 82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1028h</a:t>
            </a:r>
            <a:endParaRPr lang="en-US" sz="2400" dirty="0"/>
          </a:p>
        </p:txBody>
      </p:sp>
      <p:sp>
        <p:nvSpPr>
          <p:cNvPr id="88" name="Text 86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312.8h</a:t>
            </a:r>
            <a:endParaRPr lang="en-US" sz="2400" dirty="0"/>
          </a:p>
        </p:txBody>
      </p:sp>
      <p:sp>
        <p:nvSpPr>
          <p:cNvPr id="92" name="Text 90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+174.8h</a:t>
            </a:r>
            <a:endParaRPr lang="en-US" sz="2400" dirty="0"/>
          </a:p>
        </p:txBody>
      </p:sp>
      <p:sp>
        <p:nvSpPr>
          <p:cNvPr id="96" name="Text 94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1340.8h (+15%)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2441448" y="2916936"/>
            <a:ext cx="739635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837804" y="2916936"/>
            <a:ext cx="225056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89% concluido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291840"/>
            <a:ext cx="4056873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08/06/2026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5" name="Text 113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40% concluido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291840"/>
            <a:ext cx="1823314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2" name="Text 120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26/06/2026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0" name="Text 128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253288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20.1%</a:t>
            </a:r>
            <a:endParaRPr lang="en-US" sz="2200" dirty="0"/>
          </a:p>
        </p:txBody>
      </p:sp>
      <p:sp>
        <p:nvSpPr>
          <p:cNvPr id="132" name="Text 130"/>
          <p:cNvSpPr/>
          <p:nvPr/>
        </p:nvSpPr>
        <p:spPr>
          <a:xfrm>
            <a:off x="253288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253288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565708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74852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8.9%</a:t>
            </a:r>
            <a:endParaRPr lang="en-US" sz="2200" dirty="0"/>
          </a:p>
        </p:txBody>
      </p:sp>
      <p:sp>
        <p:nvSpPr>
          <p:cNvPr id="136" name="Text 134"/>
          <p:cNvSpPr/>
          <p:nvPr/>
        </p:nvSpPr>
        <p:spPr>
          <a:xfrm>
            <a:off x="574852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574852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15 Sub Bug . 81.3h realizadas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887272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96416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79.9%</a:t>
            </a:r>
            <a:endParaRPr lang="en-US" sz="2200" dirty="0"/>
          </a:p>
        </p:txBody>
      </p:sp>
      <p:sp>
        <p:nvSpPr>
          <p:cNvPr id="140" name="Text 138"/>
          <p:cNvSpPr/>
          <p:nvPr/>
        </p:nvSpPr>
        <p:spPr>
          <a:xfrm>
            <a:off x="896416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896416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3" name="Shape 141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4" name="Text 142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REFINAMENTO PENDENTE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stories</a:t>
            </a:r>
            <a:endParaRPr lang="en-US" sz="650" dirty="0"/>
          </a:p>
        </p:txBody>
      </p:sp>
      <p:sp>
        <p:nvSpPr>
          <p:cNvPr id="147" name="Text 145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4 stories sem subtarefas</a:t>
            </a:r>
            <a:endParaRPr lang="en-US" sz="750" dirty="0"/>
          </a:p>
        </p:txBody>
      </p:sp>
      <p:sp>
        <p:nvSpPr>
          <p:cNvPr id="148" name="Text 146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Redundante · Principal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0" name="Text 148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~16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3" name="Text 151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Projetado 26/06/2026 · Base 29/05/2026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6" name="Text 154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142.4h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59" name="Text 157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7 SRs no periodo</a:t>
            </a:r>
            <a:endParaRPr lang="en-US" sz="750" dirty="0"/>
          </a:p>
        </p:txBody>
      </p:sp>
      <p:sp>
        <p:nvSpPr>
          <p:cNvPr id="160" name="Text 158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142.4h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2" name="Text 160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85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5" name="Text 163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85 itens criados pos 01/05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+18h · Redund +133h · Obs +9h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244144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2" name="Text 170"/>
          <p:cNvSpPr/>
          <p:nvPr/>
        </p:nvSpPr>
        <p:spPr>
          <a:xfrm>
            <a:off x="249631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3" name="Shape 171"/>
          <p:cNvSpPr/>
          <p:nvPr/>
        </p:nvSpPr>
        <p:spPr>
          <a:xfrm>
            <a:off x="249631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496312" y="6153912"/>
            <a:ext cx="111922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49631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153.7h · 31 subs finalizadas</a:t>
            </a:r>
            <a:endParaRPr lang="en-US" sz="950" dirty="0"/>
          </a:p>
        </p:txBody>
      </p:sp>
      <p:sp>
        <p:nvSpPr>
          <p:cNvPr id="176" name="Text 174"/>
          <p:cNvSpPr/>
          <p:nvPr/>
        </p:nvSpPr>
        <p:spPr>
          <a:xfrm>
            <a:off x="249631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164.5h estimadas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383133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8" name="Text 176"/>
          <p:cNvSpPr/>
          <p:nvPr/>
        </p:nvSpPr>
        <p:spPr>
          <a:xfrm>
            <a:off x="388620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79" name="Shape 177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388620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269.5h · 45 subs finalizadas</a:t>
            </a:r>
            <a:endParaRPr lang="en-US" sz="950" dirty="0"/>
          </a:p>
        </p:txBody>
      </p:sp>
      <p:sp>
        <p:nvSpPr>
          <p:cNvPr id="182" name="Text 180"/>
          <p:cNvSpPr/>
          <p:nvPr/>
        </p:nvSpPr>
        <p:spPr>
          <a:xfrm>
            <a:off x="388620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5221224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4" name="Text 182"/>
          <p:cNvSpPr/>
          <p:nvPr/>
        </p:nvSpPr>
        <p:spPr>
          <a:xfrm>
            <a:off x="5276088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85" name="Shape 183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5276088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237.7h · 29 subs finalizadas</a:t>
            </a:r>
            <a:endParaRPr lang="en-US" sz="950" dirty="0"/>
          </a:p>
        </p:txBody>
      </p:sp>
      <p:sp>
        <p:nvSpPr>
          <p:cNvPr id="188" name="Text 186"/>
          <p:cNvSpPr/>
          <p:nvPr/>
        </p:nvSpPr>
        <p:spPr>
          <a:xfrm>
            <a:off x="5276088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206h estimadas</a:t>
            </a:r>
            <a:endParaRPr lang="en-US" sz="850" dirty="0"/>
          </a:p>
        </p:txBody>
      </p:sp>
      <p:sp>
        <p:nvSpPr>
          <p:cNvPr id="189" name="Shape 187"/>
          <p:cNvSpPr/>
          <p:nvPr/>
        </p:nvSpPr>
        <p:spPr>
          <a:xfrm>
            <a:off x="6611112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6665976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191" name="Shape 189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665976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65.5h · 17 subs finalizadas</a:t>
            </a:r>
            <a:endParaRPr lang="en-US" sz="950" dirty="0"/>
          </a:p>
        </p:txBody>
      </p:sp>
      <p:sp>
        <p:nvSpPr>
          <p:cNvPr id="194" name="Text 192"/>
          <p:cNvSpPr/>
          <p:nvPr/>
        </p:nvSpPr>
        <p:spPr>
          <a:xfrm>
            <a:off x="6665976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34h estimadas</a:t>
            </a:r>
            <a:endParaRPr lang="en-US" sz="850" dirty="0"/>
          </a:p>
        </p:txBody>
      </p:sp>
      <p:sp>
        <p:nvSpPr>
          <p:cNvPr id="195" name="Shape 193"/>
          <p:cNvSpPr/>
          <p:nvPr/>
        </p:nvSpPr>
        <p:spPr>
          <a:xfrm>
            <a:off x="8001000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6" name="Text 194"/>
          <p:cNvSpPr/>
          <p:nvPr/>
        </p:nvSpPr>
        <p:spPr>
          <a:xfrm>
            <a:off x="8055864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197" name="Shape 195"/>
          <p:cNvSpPr/>
          <p:nvPr/>
        </p:nvSpPr>
        <p:spPr>
          <a:xfrm>
            <a:off x="8055864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055864" y="6153912"/>
            <a:ext cx="11978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8055864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164.5h · 21 subs finalizadas</a:t>
            </a:r>
            <a:endParaRPr lang="en-US" sz="950" dirty="0"/>
          </a:p>
        </p:txBody>
      </p:sp>
      <p:sp>
        <p:nvSpPr>
          <p:cNvPr id="200" name="Text 198"/>
          <p:cNvSpPr/>
          <p:nvPr/>
        </p:nvSpPr>
        <p:spPr>
          <a:xfrm>
            <a:off x="8055864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164h estimadas</a:t>
            </a:r>
            <a:endParaRPr lang="en-US" sz="850" dirty="0"/>
          </a:p>
        </p:txBody>
      </p:sp>
      <p:sp>
        <p:nvSpPr>
          <p:cNvPr id="201" name="Shape 199"/>
          <p:cNvSpPr/>
          <p:nvPr/>
        </p:nvSpPr>
        <p:spPr>
          <a:xfrm>
            <a:off x="939088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2" name="Text 200"/>
          <p:cNvSpPr/>
          <p:nvPr/>
        </p:nvSpPr>
        <p:spPr>
          <a:xfrm>
            <a:off x="944575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03" name="Shape 201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944575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06" name="Text 204"/>
          <p:cNvSpPr/>
          <p:nvPr/>
        </p:nvSpPr>
        <p:spPr>
          <a:xfrm>
            <a:off x="944575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1078077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8" name="Text 206"/>
          <p:cNvSpPr/>
          <p:nvPr/>
        </p:nvSpPr>
        <p:spPr>
          <a:xfrm>
            <a:off x="1083564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09" name="Shape 207"/>
          <p:cNvSpPr/>
          <p:nvPr/>
        </p:nvSpPr>
        <p:spPr>
          <a:xfrm>
            <a:off x="1083564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835640" y="6153912"/>
            <a:ext cx="86000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1083564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28h · 5 subs finalizadas</a:t>
            </a:r>
            <a:endParaRPr lang="en-US" sz="950" dirty="0"/>
          </a:p>
        </p:txBody>
      </p:sp>
      <p:sp>
        <p:nvSpPr>
          <p:cNvPr id="212" name="Text 210"/>
          <p:cNvSpPr/>
          <p:nvPr/>
        </p:nvSpPr>
        <p:spPr>
          <a:xfrm>
            <a:off x="1083564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39h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2026-06-05T11:39:45Z</dcterms:created>
  <dcterms:modified xsi:type="dcterms:W3CDTF">2026-06-05T11:39:45Z</dcterms:modified>
</cp:coreProperties>
</file>