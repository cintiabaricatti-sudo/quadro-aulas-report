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13 de Julho de 2026 as 18:35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394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338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31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769364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86% concluido  .  338 de 394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71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70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294.3h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70 de 71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295.3h (+21.3h / +8%)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114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 . Em progresso: 1 . Finalizados: 111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432.5h . Real: 592.1h . Rem: 7h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200537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91% · 10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2137593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97% · 111 de 114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599.1h (+166.6h / +39%)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 NFT · 124 itens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92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499.5h . Real: 264.8h . Rem: 111h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18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11512" y="1033272"/>
            <a:ext cx="1630741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74% · 92 de 124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375.8h (-123.7h / -25%)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1249h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1347.9h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119h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+217.9h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1466.9h (+17%)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441448" y="2916936"/>
            <a:ext cx="8864328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305776" y="2916936"/>
            <a:ext cx="782592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98% concluido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51176" y="3291840"/>
            <a:ext cx="4467118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14/07/2026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74% concluido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20356" y="3291840"/>
            <a:ext cx="3373130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21/07/2026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17.8%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11.0%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97706"/>
                </a:solidFill>
              </a:rPr>
              <a:t>35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50% do time com card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82.2%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9E75"/>
                </a:solidFill>
              </a:rPr>
              <a:t>SEM RISCO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riscos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Nenhum estouro ou refinamento pendente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3" name="Text 151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21/07/2026 · Base 29/05/2026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9" name="Text 157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131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131 itens criados pos 01/05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+169h · Obs +20h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246.6h · 45 subs finalizadas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219h estimadas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5 fix(s) sem card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5" name="Text 183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371.2h · 55 subs finalizadas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168h estimadas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197" name="Text 195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6 fix(s) sem card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5" name="Text 203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5" name="Text 213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2 fix(s) sem card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3" name="Text 221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9" name="Text 227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09376" y="6153912"/>
            <a:ext cx="88544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124.5h · 89 subs finalizadas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144h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2026-07-13T21:35:46Z</dcterms:created>
  <dcterms:modified xsi:type="dcterms:W3CDTF">2026-07-13T21:35:46Z</dcterms:modified>
</cp:coreProperties>
</file>