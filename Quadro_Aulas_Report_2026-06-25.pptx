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16:44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109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425.5h . Real: 526.8h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100 de 109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551.3h (+125.8h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+162h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2026-06-25T19:44:55Z</dcterms:created>
  <dcterms:modified xsi:type="dcterms:W3CDTF">2026-06-25T19:44:55Z</dcterms:modified>
</cp:coreProperties>
</file>