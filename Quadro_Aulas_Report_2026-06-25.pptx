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25 de Junho de 2026 as 17:37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391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329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7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37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728216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84% concluido  .  329 de 391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5 Stories · 3 NFT · 69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 . Em progresso: 0 . Finalizados: 68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274h . Real: 268.8h . Rem: 1h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181667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99% · 68 de 69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269.8h (-4.2h / -2%)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Stories · 4 NFT · 109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8 . Em progresso: 1 . Finalizados: 100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425.5h . Real: 526.8h . Rem: 24.5h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2005371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91% · 10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2027408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92% · 100 de 109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551.3h (+125.8h / +30%)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2" name="Shape 60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5" name="Text 63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69" name="Text 67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17 Stories · 120 itens</a:t>
            </a:r>
            <a:endParaRPr lang="en-US" sz="750" dirty="0"/>
          </a:p>
        </p:txBody>
      </p:sp>
      <p:sp>
        <p:nvSpPr>
          <p:cNvPr id="70" name="Text 68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27 . Em progresso: 5 . Finalizados: 88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497.5h . Real: 255.8h . Rem: 111h</a:t>
            </a:r>
            <a:endParaRPr lang="en-US" sz="750" dirty="0"/>
          </a:p>
        </p:txBody>
      </p:sp>
      <p:sp>
        <p:nvSpPr>
          <p:cNvPr id="72" name="Shape 70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17</a:t>
            </a:r>
            <a:endParaRPr lang="en-US" sz="650" dirty="0"/>
          </a:p>
        </p:txBody>
      </p:sp>
      <p:sp>
        <p:nvSpPr>
          <p:cNvPr id="75" name="Shape 73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811512" y="1033272"/>
            <a:ext cx="1608704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73% · 88 de 120</a:t>
            </a:r>
            <a:endParaRPr lang="en-US" sz="650" dirty="0"/>
          </a:p>
        </p:txBody>
      </p:sp>
      <p:sp>
        <p:nvSpPr>
          <p:cNvPr id="78" name="Text 76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366.8h (-130.7h / -26%)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0" name="Text 78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1249h</a:t>
            </a:r>
            <a:endParaRPr lang="en-US" sz="2400" dirty="0"/>
          </a:p>
        </p:txBody>
      </p:sp>
      <p:sp>
        <p:nvSpPr>
          <p:cNvPr id="83" name="Text 81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4" name="Shape 82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1268.4h</a:t>
            </a:r>
            <a:endParaRPr lang="en-US" sz="2400" dirty="0"/>
          </a:p>
        </p:txBody>
      </p:sp>
      <p:sp>
        <p:nvSpPr>
          <p:cNvPr id="87" name="Text 85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8" name="Shape 86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136.5h</a:t>
            </a:r>
            <a:endParaRPr lang="en-US" sz="2400" dirty="0"/>
          </a:p>
        </p:txBody>
      </p:sp>
      <p:sp>
        <p:nvSpPr>
          <p:cNvPr id="91" name="Text 89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4" name="Text 92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+155.9h</a:t>
            </a:r>
            <a:endParaRPr lang="en-US" sz="2400" dirty="0"/>
          </a:p>
        </p:txBody>
      </p:sp>
      <p:sp>
        <p:nvSpPr>
          <p:cNvPr id="95" name="Text 93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1404.9h (+12%)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2441448" y="2916936"/>
            <a:ext cx="8709626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11151074" y="2916936"/>
            <a:ext cx="937294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99" name="Text 97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0" name="Shape 98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95% concluido</a:t>
            </a:r>
            <a:endParaRPr lang="en-US" sz="650" dirty="0"/>
          </a:p>
        </p:txBody>
      </p:sp>
      <p:sp>
        <p:nvSpPr>
          <p:cNvPr id="102" name="Shape 100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2551176" y="3291840"/>
            <a:ext cx="4330370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6" name="Text 104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26/06/2026</a:t>
            </a:r>
            <a:endParaRPr lang="en-US" sz="1050" dirty="0"/>
          </a:p>
        </p:txBody>
      </p:sp>
      <p:sp>
        <p:nvSpPr>
          <p:cNvPr id="107" name="Shape 105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09" name="Text 107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0" name="Shape 108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2" name="Text 110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3" name="Shape 111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4" name="Text 112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73% concluido</a:t>
            </a:r>
            <a:endParaRPr lang="en-US" sz="650" dirty="0"/>
          </a:p>
        </p:txBody>
      </p:sp>
      <p:sp>
        <p:nvSpPr>
          <p:cNvPr id="117" name="Shape 115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7420356" y="3291840"/>
            <a:ext cx="3327547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1" name="Text 119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03/07/2026</a:t>
            </a:r>
            <a:endParaRPr lang="en-US" sz="1050" dirty="0"/>
          </a:p>
        </p:txBody>
      </p:sp>
      <p:sp>
        <p:nvSpPr>
          <p:cNvPr id="122" name="Shape 120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4" name="Text 122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5" name="Shape 123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7" name="Text 125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8" name="Shape 126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29" name="Text 127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0" name="Text 128"/>
          <p:cNvSpPr/>
          <p:nvPr/>
        </p:nvSpPr>
        <p:spPr>
          <a:xfrm>
            <a:off x="253288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17.4%</a:t>
            </a:r>
            <a:endParaRPr lang="en-US" sz="2200" dirty="0"/>
          </a:p>
        </p:txBody>
      </p:sp>
      <p:sp>
        <p:nvSpPr>
          <p:cNvPr id="131" name="Text 129"/>
          <p:cNvSpPr/>
          <p:nvPr/>
        </p:nvSpPr>
        <p:spPr>
          <a:xfrm>
            <a:off x="253288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2" name="Text 130"/>
          <p:cNvSpPr/>
          <p:nvPr/>
        </p:nvSpPr>
        <p:spPr>
          <a:xfrm>
            <a:off x="253288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3" name="Shape 131"/>
          <p:cNvSpPr/>
          <p:nvPr/>
        </p:nvSpPr>
        <p:spPr>
          <a:xfrm>
            <a:off x="485317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494461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11.3%</a:t>
            </a:r>
            <a:endParaRPr lang="en-US" sz="2200" dirty="0"/>
          </a:p>
        </p:txBody>
      </p:sp>
      <p:sp>
        <p:nvSpPr>
          <p:cNvPr id="135" name="Text 133"/>
          <p:cNvSpPr/>
          <p:nvPr/>
        </p:nvSpPr>
        <p:spPr>
          <a:xfrm>
            <a:off x="494461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Registrado</a:t>
            </a:r>
            <a:endParaRPr lang="en-US" sz="800" dirty="0"/>
          </a:p>
        </p:txBody>
      </p:sp>
      <p:sp>
        <p:nvSpPr>
          <p:cNvPr id="136" name="Text 134"/>
          <p:cNvSpPr/>
          <p:nvPr/>
        </p:nvSpPr>
        <p:spPr>
          <a:xfrm>
            <a:off x="494461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26 Sub Bug (ADO) · 136.8h</a:t>
            </a:r>
            <a:endParaRPr lang="en-US" sz="700" dirty="0"/>
          </a:p>
        </p:txBody>
      </p:sp>
      <p:sp>
        <p:nvSpPr>
          <p:cNvPr id="137" name="Shape 135"/>
          <p:cNvSpPr/>
          <p:nvPr/>
        </p:nvSpPr>
        <p:spPr>
          <a:xfrm>
            <a:off x="726490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735634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C2626"/>
                </a:solidFill>
              </a:rPr>
              <a:t>36</a:t>
            </a:r>
            <a:endParaRPr lang="en-US" sz="2200" dirty="0"/>
          </a:p>
        </p:txBody>
      </p:sp>
      <p:sp>
        <p:nvSpPr>
          <p:cNvPr id="139" name="Text 137"/>
          <p:cNvSpPr/>
          <p:nvPr/>
        </p:nvSpPr>
        <p:spPr>
          <a:xfrm>
            <a:off x="735634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Oculto</a:t>
            </a:r>
            <a:endParaRPr lang="en-US" sz="800" dirty="0"/>
          </a:p>
        </p:txBody>
      </p:sp>
      <p:sp>
        <p:nvSpPr>
          <p:cNvPr id="140" name="Text 138"/>
          <p:cNvSpPr/>
          <p:nvPr/>
        </p:nvSpPr>
        <p:spPr>
          <a:xfrm>
            <a:off x="735634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fixes sem card no Git · 46% do time com card</a:t>
            </a:r>
            <a:endParaRPr lang="en-US" sz="700" dirty="0"/>
          </a:p>
        </p:txBody>
      </p:sp>
      <p:sp>
        <p:nvSpPr>
          <p:cNvPr id="141" name="Shape 139"/>
          <p:cNvSpPr/>
          <p:nvPr/>
        </p:nvSpPr>
        <p:spPr>
          <a:xfrm>
            <a:off x="967663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976807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82.6%</a:t>
            </a:r>
            <a:endParaRPr lang="en-US" sz="2200" dirty="0"/>
          </a:p>
        </p:txBody>
      </p:sp>
      <p:sp>
        <p:nvSpPr>
          <p:cNvPr id="143" name="Text 141"/>
          <p:cNvSpPr/>
          <p:nvPr/>
        </p:nvSpPr>
        <p:spPr>
          <a:xfrm>
            <a:off x="976807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4" name="Text 142"/>
          <p:cNvSpPr/>
          <p:nvPr/>
        </p:nvSpPr>
        <p:spPr>
          <a:xfrm>
            <a:off x="976807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5" name="Text 143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6" name="Shape 144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0FDF4"/>
          </a:solidFill>
          <a:ln w="12700">
            <a:solidFill>
              <a:srgbClr val="1D9E7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7" name="Text 145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D9E75"/>
                </a:solidFill>
              </a:rPr>
              <a:t>SEM RISCO</a:t>
            </a:r>
            <a:endParaRPr lang="en-US" sz="700" dirty="0"/>
          </a:p>
        </p:txBody>
      </p:sp>
      <p:sp>
        <p:nvSpPr>
          <p:cNvPr id="148" name="Shape 146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0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riscos</a:t>
            </a:r>
            <a:endParaRPr lang="en-US" sz="650" dirty="0"/>
          </a:p>
        </p:txBody>
      </p:sp>
      <p:sp>
        <p:nvSpPr>
          <p:cNvPr id="150" name="Text 148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Nenhum estouro ou refinamento pendente</a:t>
            </a:r>
            <a:endParaRPr lang="en-US" sz="750" dirty="0"/>
          </a:p>
        </p:txBody>
      </p:sp>
      <p:sp>
        <p:nvSpPr>
          <p:cNvPr id="151" name="Text 149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2" name="Shape 150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3" name="Text 151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4" name="Shape 152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~7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6" name="Text 154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 03/07/2026 · Base 29/05/2026</a:t>
            </a:r>
            <a:endParaRPr lang="en-US" sz="750" dirty="0"/>
          </a:p>
        </p:txBody>
      </p:sp>
      <p:sp>
        <p:nvSpPr>
          <p:cNvPr id="157" name="Text 155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8" name="Shape 156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9" name="Text 157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60" name="Shape 158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106.3h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62" name="Text 160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6 SRs no periodo</a:t>
            </a:r>
            <a:endParaRPr lang="en-US" sz="750" dirty="0"/>
          </a:p>
        </p:txBody>
      </p:sp>
      <p:sp>
        <p:nvSpPr>
          <p:cNvPr id="163" name="Text 161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106.3h</a:t>
            </a:r>
            <a:endParaRPr lang="en-US" sz="750" dirty="0"/>
          </a:p>
        </p:txBody>
      </p:sp>
      <p:sp>
        <p:nvSpPr>
          <p:cNvPr id="164" name="Shape 162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5" name="Text 163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6" name="Shape 164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128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8" name="Text 166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128 itens criados pos 01/05</a:t>
            </a:r>
            <a:endParaRPr lang="en-US" sz="750" dirty="0"/>
          </a:p>
        </p:txBody>
      </p:sp>
      <p:sp>
        <p:nvSpPr>
          <p:cNvPr id="169" name="Text 167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+55h · Redund +162h · Obs +18h</a:t>
            </a:r>
            <a:endParaRPr lang="en-US" sz="750" dirty="0"/>
          </a:p>
        </p:txBody>
      </p:sp>
      <p:sp>
        <p:nvSpPr>
          <p:cNvPr id="170" name="Shape 168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72" name="Shape 170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4" name="Shape 172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LIDERANCA TECNICA</a:t>
            </a:r>
            <a:endParaRPr lang="en-US" sz="700" dirty="0"/>
          </a:p>
        </p:txBody>
      </p:sp>
      <p:sp>
        <p:nvSpPr>
          <p:cNvPr id="176" name="Shape 174"/>
          <p:cNvSpPr/>
          <p:nvPr/>
        </p:nvSpPr>
        <p:spPr>
          <a:xfrm>
            <a:off x="244144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7" name="Text 175"/>
          <p:cNvSpPr/>
          <p:nvPr/>
        </p:nvSpPr>
        <p:spPr>
          <a:xfrm>
            <a:off x="249631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8" name="Shape 176"/>
          <p:cNvSpPr/>
          <p:nvPr/>
        </p:nvSpPr>
        <p:spPr>
          <a:xfrm>
            <a:off x="249631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2496312" y="6153912"/>
            <a:ext cx="102412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249631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224.2h · 43 subs finalizadas</a:t>
            </a:r>
            <a:endParaRPr lang="en-US" sz="950" dirty="0"/>
          </a:p>
        </p:txBody>
      </p:sp>
      <p:sp>
        <p:nvSpPr>
          <p:cNvPr id="181" name="Text 179"/>
          <p:cNvSpPr/>
          <p:nvPr/>
        </p:nvSpPr>
        <p:spPr>
          <a:xfrm>
            <a:off x="249631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214h estimadas</a:t>
            </a:r>
            <a:endParaRPr lang="en-US" sz="850" dirty="0"/>
          </a:p>
        </p:txBody>
      </p:sp>
      <p:sp>
        <p:nvSpPr>
          <p:cNvPr id="182" name="Shape 180"/>
          <p:cNvSpPr/>
          <p:nvPr/>
        </p:nvSpPr>
        <p:spPr>
          <a:xfrm>
            <a:off x="2496312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83" name="Text 181"/>
          <p:cNvSpPr/>
          <p:nvPr/>
        </p:nvSpPr>
        <p:spPr>
          <a:xfrm>
            <a:off x="2496312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 fix(s) sem card</a:t>
            </a:r>
            <a:endParaRPr lang="en-US" sz="750" dirty="0"/>
          </a:p>
        </p:txBody>
      </p:sp>
      <p:sp>
        <p:nvSpPr>
          <p:cNvPr id="184" name="Shape 182"/>
          <p:cNvSpPr/>
          <p:nvPr/>
        </p:nvSpPr>
        <p:spPr>
          <a:xfrm>
            <a:off x="365760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5" name="Text 183"/>
          <p:cNvSpPr/>
          <p:nvPr/>
        </p:nvSpPr>
        <p:spPr>
          <a:xfrm>
            <a:off x="371246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86" name="Shape 184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8" name="Text 186"/>
          <p:cNvSpPr/>
          <p:nvPr/>
        </p:nvSpPr>
        <p:spPr>
          <a:xfrm>
            <a:off x="371246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314.5h · 48 subs finalizadas</a:t>
            </a:r>
            <a:endParaRPr lang="en-US" sz="950" dirty="0"/>
          </a:p>
        </p:txBody>
      </p:sp>
      <p:sp>
        <p:nvSpPr>
          <p:cNvPr id="189" name="Text 187"/>
          <p:cNvSpPr/>
          <p:nvPr/>
        </p:nvSpPr>
        <p:spPr>
          <a:xfrm>
            <a:off x="371246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157.5h estimadas</a:t>
            </a:r>
            <a:endParaRPr lang="en-US" sz="850" dirty="0"/>
          </a:p>
        </p:txBody>
      </p:sp>
      <p:sp>
        <p:nvSpPr>
          <p:cNvPr id="190" name="Shape 188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91" name="Text 189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3 fix(s) sem card</a:t>
            </a:r>
            <a:endParaRPr lang="en-US" sz="750" dirty="0"/>
          </a:p>
        </p:txBody>
      </p:sp>
      <p:sp>
        <p:nvSpPr>
          <p:cNvPr id="192" name="Shape 190"/>
          <p:cNvSpPr/>
          <p:nvPr/>
        </p:nvSpPr>
        <p:spPr>
          <a:xfrm>
            <a:off x="487375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3" name="Text 191"/>
          <p:cNvSpPr/>
          <p:nvPr/>
        </p:nvSpPr>
        <p:spPr>
          <a:xfrm>
            <a:off x="492861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94" name="Shape 192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6" name="Text 194"/>
          <p:cNvSpPr/>
          <p:nvPr/>
        </p:nvSpPr>
        <p:spPr>
          <a:xfrm>
            <a:off x="492861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268.2h · 34 subs finalizadas</a:t>
            </a:r>
            <a:endParaRPr lang="en-US" sz="950" dirty="0"/>
          </a:p>
        </p:txBody>
      </p:sp>
      <p:sp>
        <p:nvSpPr>
          <p:cNvPr id="197" name="Text 195"/>
          <p:cNvSpPr/>
          <p:nvPr/>
        </p:nvSpPr>
        <p:spPr>
          <a:xfrm>
            <a:off x="492861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217h estimadas</a:t>
            </a:r>
            <a:endParaRPr lang="en-US" sz="850" dirty="0"/>
          </a:p>
        </p:txBody>
      </p:sp>
      <p:sp>
        <p:nvSpPr>
          <p:cNvPr id="198" name="Shape 196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6 fix(s) sem card</a:t>
            </a:r>
            <a:endParaRPr lang="en-US" sz="750" dirty="0"/>
          </a:p>
        </p:txBody>
      </p:sp>
      <p:sp>
        <p:nvSpPr>
          <p:cNvPr id="200" name="Shape 198"/>
          <p:cNvSpPr/>
          <p:nvPr/>
        </p:nvSpPr>
        <p:spPr>
          <a:xfrm>
            <a:off x="6089904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1" name="Text 199"/>
          <p:cNvSpPr/>
          <p:nvPr/>
        </p:nvSpPr>
        <p:spPr>
          <a:xfrm>
            <a:off x="6144768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202" name="Shape 200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204" name="Text 202"/>
          <p:cNvSpPr/>
          <p:nvPr/>
        </p:nvSpPr>
        <p:spPr>
          <a:xfrm>
            <a:off x="6144768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91.5h · 21 subs finalizadas</a:t>
            </a:r>
            <a:endParaRPr lang="en-US" sz="950" dirty="0"/>
          </a:p>
        </p:txBody>
      </p:sp>
      <p:sp>
        <p:nvSpPr>
          <p:cNvPr id="205" name="Text 203"/>
          <p:cNvSpPr/>
          <p:nvPr/>
        </p:nvSpPr>
        <p:spPr>
          <a:xfrm>
            <a:off x="6144768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53h estimadas</a:t>
            </a:r>
            <a:endParaRPr lang="en-US" sz="850" dirty="0"/>
          </a:p>
        </p:txBody>
      </p:sp>
      <p:sp>
        <p:nvSpPr>
          <p:cNvPr id="206" name="Shape 204"/>
          <p:cNvSpPr/>
          <p:nvPr/>
        </p:nvSpPr>
        <p:spPr>
          <a:xfrm>
            <a:off x="7306056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7" name="Text 205"/>
          <p:cNvSpPr/>
          <p:nvPr/>
        </p:nvSpPr>
        <p:spPr>
          <a:xfrm>
            <a:off x="7360920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208" name="Shape 206"/>
          <p:cNvSpPr/>
          <p:nvPr/>
        </p:nvSpPr>
        <p:spPr>
          <a:xfrm>
            <a:off x="7360920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7360920" y="6153912"/>
            <a:ext cx="73180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0" name="Text 208"/>
          <p:cNvSpPr/>
          <p:nvPr/>
        </p:nvSpPr>
        <p:spPr>
          <a:xfrm>
            <a:off x="7360920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220.8h · 54 subs finalizadas</a:t>
            </a:r>
            <a:endParaRPr lang="en-US" sz="950" dirty="0"/>
          </a:p>
        </p:txBody>
      </p:sp>
      <p:sp>
        <p:nvSpPr>
          <p:cNvPr id="211" name="Text 209"/>
          <p:cNvSpPr/>
          <p:nvPr/>
        </p:nvSpPr>
        <p:spPr>
          <a:xfrm>
            <a:off x="7360920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309h estimadas</a:t>
            </a:r>
            <a:endParaRPr lang="en-US" sz="850" dirty="0"/>
          </a:p>
        </p:txBody>
      </p:sp>
      <p:sp>
        <p:nvSpPr>
          <p:cNvPr id="212" name="Shape 210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13" name="Text 211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19 fix(s) sem card</a:t>
            </a:r>
            <a:endParaRPr lang="en-US" sz="750" dirty="0"/>
          </a:p>
        </p:txBody>
      </p:sp>
      <p:sp>
        <p:nvSpPr>
          <p:cNvPr id="214" name="Shape 212"/>
          <p:cNvSpPr/>
          <p:nvPr/>
        </p:nvSpPr>
        <p:spPr>
          <a:xfrm>
            <a:off x="852220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15" name="Text 213"/>
          <p:cNvSpPr/>
          <p:nvPr/>
        </p:nvSpPr>
        <p:spPr>
          <a:xfrm>
            <a:off x="857707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16" name="Shape 214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8" name="Text 216"/>
          <p:cNvSpPr/>
          <p:nvPr/>
        </p:nvSpPr>
        <p:spPr>
          <a:xfrm>
            <a:off x="857707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19" name="Text 217"/>
          <p:cNvSpPr/>
          <p:nvPr/>
        </p:nvSpPr>
        <p:spPr>
          <a:xfrm>
            <a:off x="857707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20" name="Shape 218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21" name="Text 219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7 fix(s) sem card</a:t>
            </a:r>
            <a:endParaRPr lang="en-US" sz="750" dirty="0"/>
          </a:p>
        </p:txBody>
      </p:sp>
      <p:sp>
        <p:nvSpPr>
          <p:cNvPr id="222" name="Shape 220"/>
          <p:cNvSpPr/>
          <p:nvPr/>
        </p:nvSpPr>
        <p:spPr>
          <a:xfrm>
            <a:off x="973836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23" name="Text 221"/>
          <p:cNvSpPr/>
          <p:nvPr/>
        </p:nvSpPr>
        <p:spPr>
          <a:xfrm>
            <a:off x="979322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24" name="Shape 222"/>
          <p:cNvSpPr/>
          <p:nvPr/>
        </p:nvSpPr>
        <p:spPr>
          <a:xfrm>
            <a:off x="979322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9793224" y="6153912"/>
            <a:ext cx="93102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979322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30h · 5 subs finalizadas</a:t>
            </a:r>
            <a:endParaRPr lang="en-US" sz="950" dirty="0"/>
          </a:p>
        </p:txBody>
      </p:sp>
      <p:sp>
        <p:nvSpPr>
          <p:cNvPr id="227" name="Text 225"/>
          <p:cNvSpPr/>
          <p:nvPr/>
        </p:nvSpPr>
        <p:spPr>
          <a:xfrm>
            <a:off x="979322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33h estimadas</a:t>
            </a:r>
            <a:endParaRPr lang="en-US" sz="850" dirty="0"/>
          </a:p>
        </p:txBody>
      </p:sp>
      <p:sp>
        <p:nvSpPr>
          <p:cNvPr id="228" name="Shape 226"/>
          <p:cNvSpPr/>
          <p:nvPr/>
        </p:nvSpPr>
        <p:spPr>
          <a:xfrm>
            <a:off x="1095451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29" name="Text 227"/>
          <p:cNvSpPr/>
          <p:nvPr/>
        </p:nvSpPr>
        <p:spPr>
          <a:xfrm>
            <a:off x="1100937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Ricardo Cardoso</a:t>
            </a:r>
            <a:endParaRPr lang="en-US" sz="850" dirty="0"/>
          </a:p>
        </p:txBody>
      </p:sp>
      <p:sp>
        <p:nvSpPr>
          <p:cNvPr id="230" name="Shape 228"/>
          <p:cNvSpPr/>
          <p:nvPr/>
        </p:nvSpPr>
        <p:spPr>
          <a:xfrm>
            <a:off x="1100937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11009376" y="6153912"/>
            <a:ext cx="88188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32" name="Text 230"/>
          <p:cNvSpPr/>
          <p:nvPr/>
        </p:nvSpPr>
        <p:spPr>
          <a:xfrm>
            <a:off x="1100937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124h · 89 subs finalizadas</a:t>
            </a:r>
            <a:endParaRPr lang="en-US" sz="950" dirty="0"/>
          </a:p>
        </p:txBody>
      </p:sp>
      <p:sp>
        <p:nvSpPr>
          <p:cNvPr id="233" name="Text 231"/>
          <p:cNvSpPr/>
          <p:nvPr/>
        </p:nvSpPr>
        <p:spPr>
          <a:xfrm>
            <a:off x="1100937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144h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2026-06-25T20:37:38Z</dcterms:created>
  <dcterms:modified xsi:type="dcterms:W3CDTF">2026-06-25T20:37:38Z</dcterms:modified>
</cp:coreProperties>
</file>