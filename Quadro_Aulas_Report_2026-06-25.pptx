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25 de Junho de 2026 as 17:38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329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37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2821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84% concluido  .  329 de 391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68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268.8h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68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269.8h (-4.2h / -2%)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109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8 . Em progresso: 1 . Finalizados: 100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425.5h . Real: 526.8h . Rem: 24.5h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2005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91% · 10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2027408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92% · 100 de 109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551.3h (+125.8h / +30%)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88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255.8h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08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88 de 120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366.8h (-130.7h / -26%)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1249h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1268.4h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136.5h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+155.9h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1404.9h (+12%)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709626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151074" y="2916936"/>
            <a:ext cx="93729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95%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33037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26/06/2026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73%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27547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17.4%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11.3%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36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46%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82.6%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03/07/2026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128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128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+162h · Obs +18h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224.2h · 43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48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157.5h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188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124h · 89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2026-06-25T20:38:56Z</dcterms:created>
  <dcterms:modified xsi:type="dcterms:W3CDTF">2026-06-25T20:38:56Z</dcterms:modified>
</cp:coreProperties>
</file>