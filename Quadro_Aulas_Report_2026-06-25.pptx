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17:57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70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279.8h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69 de 70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280.8h (+6.8h / +2%)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560.3h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105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584.8h (+152.3h / +35%)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2026-06-25T20:57:54Z</dcterms:created>
  <dcterms:modified xsi:type="dcterms:W3CDTF">2026-06-25T20:57:54Z</dcterms:modified>
</cp:coreProperties>
</file>