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25 de Junho de 2026 as 17:59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2821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84% concluido  .  329 de 391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70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69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279.8h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69 de 70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280.8h (+6.8h / +2%)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8 . Em progresso: 1 . Finalizados: 105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432.5h . Real: 560.3h . Rem: 24.5h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027408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92% · 105 de 114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584.8h (+152.3h / +35%)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 NFT · 124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92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499.5h . Real: 264.8h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18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30741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92 de 124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375.8h (-123.7h / -25%)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1268.4h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136.5h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+155.9h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1404.9h (+12%)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70962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151074" y="2916936"/>
            <a:ext cx="93729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95%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33037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74%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7313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17.4%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11.3%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36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82.6%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03/07/2026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128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128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+169h · Obs +20h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224.2h · 43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157.5h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188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2026-06-25T20:59:17Z</dcterms:created>
  <dcterms:modified xsi:type="dcterms:W3CDTF">2026-06-25T20:59:17Z</dcterms:modified>
</cp:coreProperties>
</file>