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25 de Junho de 2026 as 17:24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391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329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7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37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728216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84% concluido  .  329 de 391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 . Em progresso: 0 . Finalizados: 68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268.8h . Rem: 1h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181667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99% · 68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269.8h (-4.2h / -2%)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4 NFT · 109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8 . Em progresso: 1 . Finalizados: 100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425.5h . Real: 526.8h . Rem: 24.5h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200537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91% · 10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2027408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92% · 100 de 109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551.3h (+125.8h / +30%)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5" name="Text 63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9" name="Text 67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120 itens</a:t>
            </a:r>
            <a:endParaRPr lang="en-US" sz="750" dirty="0"/>
          </a:p>
        </p:txBody>
      </p:sp>
      <p:sp>
        <p:nvSpPr>
          <p:cNvPr id="70" name="Text 68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27 . Em progresso: 5 . Finalizados: 88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497.5h . Real: 255.8h . Rem: 111h</a:t>
            </a:r>
            <a:endParaRPr lang="en-US" sz="750" dirty="0"/>
          </a:p>
        </p:txBody>
      </p:sp>
      <p:sp>
        <p:nvSpPr>
          <p:cNvPr id="72" name="Shape 70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75" name="Shape 73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811512" y="1033272"/>
            <a:ext cx="1608704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73% · 88 de 120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366.8h (-130.7h / -26%)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0" name="Text 78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1249h</a:t>
            </a:r>
            <a:endParaRPr lang="en-US" sz="2400" dirty="0"/>
          </a:p>
        </p:txBody>
      </p:sp>
      <p:sp>
        <p:nvSpPr>
          <p:cNvPr id="83" name="Text 81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1268.4h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136.5h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+155.9h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1404.9h (+12%)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2441448" y="2916936"/>
            <a:ext cx="8709626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1151074" y="2916936"/>
            <a:ext cx="937294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99" name="Text 97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95% concluido</a:t>
            </a:r>
            <a:endParaRPr lang="en-US" sz="650" dirty="0"/>
          </a:p>
        </p:txBody>
      </p:sp>
      <p:sp>
        <p:nvSpPr>
          <p:cNvPr id="102" name="Shape 100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551176" y="3291840"/>
            <a:ext cx="4330370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6" name="Text 104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26/06/2026</a:t>
            </a:r>
            <a:endParaRPr lang="en-US" sz="1050" dirty="0"/>
          </a:p>
        </p:txBody>
      </p:sp>
      <p:sp>
        <p:nvSpPr>
          <p:cNvPr id="107" name="Shape 105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09" name="Text 107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0" name="Shape 108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2" name="Text 110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3" name="Shape 111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4" name="Text 112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73% concluido</a:t>
            </a:r>
            <a:endParaRPr lang="en-US" sz="650" dirty="0"/>
          </a:p>
        </p:txBody>
      </p:sp>
      <p:sp>
        <p:nvSpPr>
          <p:cNvPr id="117" name="Shape 115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7420356" y="3291840"/>
            <a:ext cx="3327547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1" name="Text 119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03/07/2026</a:t>
            </a:r>
            <a:endParaRPr lang="en-US" sz="1050" dirty="0"/>
          </a:p>
        </p:txBody>
      </p:sp>
      <p:sp>
        <p:nvSpPr>
          <p:cNvPr id="122" name="Shape 120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4" name="Text 122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5" name="Shape 123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7" name="Text 125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8" name="Shape 126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29" name="Text 127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0" name="Text 128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17.4%</a:t>
            </a:r>
            <a:endParaRPr lang="en-US" sz="2200" dirty="0"/>
          </a:p>
        </p:txBody>
      </p:sp>
      <p:sp>
        <p:nvSpPr>
          <p:cNvPr id="131" name="Text 129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2" name="Text 130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3" name="Shape 131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11.3%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26 Sub Bug (ADO) · 136.8h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36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· 46% do time com card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82.6%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5" name="Text 143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6" name="Shape 144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0FDF4"/>
          </a:solidFill>
          <a:ln w="12700">
            <a:solidFill>
              <a:srgbClr val="1D9E7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7" name="Text 145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1D9E75"/>
                </a:solidFill>
              </a:rPr>
              <a:t>SEM RISCO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0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riscos</a:t>
            </a:r>
            <a:endParaRPr lang="en-US" sz="650" dirty="0"/>
          </a:p>
        </p:txBody>
      </p:sp>
      <p:sp>
        <p:nvSpPr>
          <p:cNvPr id="150" name="Text 148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Nenhum estouro ou refinamento pendente</a:t>
            </a:r>
            <a:endParaRPr lang="en-US" sz="750" dirty="0"/>
          </a:p>
        </p:txBody>
      </p:sp>
      <p:sp>
        <p:nvSpPr>
          <p:cNvPr id="151" name="Text 149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3" name="Text 151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4" name="Shape 152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~7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6" name="Text 154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03/07/2026 · Base 29/05/2026</a:t>
            </a:r>
            <a:endParaRPr lang="en-US" sz="750" dirty="0"/>
          </a:p>
        </p:txBody>
      </p:sp>
      <p:sp>
        <p:nvSpPr>
          <p:cNvPr id="157" name="Text 155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8" name="Shape 156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9" name="Text 157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0" name="Shape 158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106.3h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2" name="Text 160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6 SRs no periodo</a:t>
            </a:r>
            <a:endParaRPr lang="en-US" sz="750" dirty="0"/>
          </a:p>
        </p:txBody>
      </p:sp>
      <p:sp>
        <p:nvSpPr>
          <p:cNvPr id="163" name="Text 161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106.3h</a:t>
            </a:r>
            <a:endParaRPr lang="en-US" sz="750" dirty="0"/>
          </a:p>
        </p:txBody>
      </p:sp>
      <p:sp>
        <p:nvSpPr>
          <p:cNvPr id="164" name="Shape 162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5" name="Text 163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6" name="Shape 164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128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8" name="Text 166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128 itens criados pos 01/05</a:t>
            </a:r>
            <a:endParaRPr lang="en-US" sz="750" dirty="0"/>
          </a:p>
        </p:txBody>
      </p:sp>
      <p:sp>
        <p:nvSpPr>
          <p:cNvPr id="169" name="Text 167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+162h · Obs +18h</a:t>
            </a:r>
            <a:endParaRPr lang="en-US" sz="750" dirty="0"/>
          </a:p>
        </p:txBody>
      </p:sp>
      <p:sp>
        <p:nvSpPr>
          <p:cNvPr id="170" name="Shape 168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2" name="Shape 170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4" name="Shape 172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7" name="Text 175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8" name="Shape 176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224.2h · 43 subs finalizadas</a:t>
            </a:r>
            <a:endParaRPr lang="en-US" sz="950" dirty="0"/>
          </a:p>
        </p:txBody>
      </p:sp>
      <p:sp>
        <p:nvSpPr>
          <p:cNvPr id="181" name="Text 179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 fix(s) sem card</a:t>
            </a:r>
            <a:endParaRPr lang="en-US" sz="750" dirty="0"/>
          </a:p>
        </p:txBody>
      </p:sp>
      <p:sp>
        <p:nvSpPr>
          <p:cNvPr id="184" name="Shape 182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5" name="Text 183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314.5h · 48 subs finalizadas</a:t>
            </a:r>
            <a:endParaRPr lang="en-US" sz="950" dirty="0"/>
          </a:p>
        </p:txBody>
      </p:sp>
      <p:sp>
        <p:nvSpPr>
          <p:cNvPr id="189" name="Text 187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157.5h estimadas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2" name="Shape 190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3" name="Text 191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6" name="Text 194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268.2h · 34 subs finalizadas</a:t>
            </a:r>
            <a:endParaRPr lang="en-US" sz="950" dirty="0"/>
          </a:p>
        </p:txBody>
      </p:sp>
      <p:sp>
        <p:nvSpPr>
          <p:cNvPr id="197" name="Text 195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198" name="Shape 196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6 fix(s) sem card</a:t>
            </a:r>
            <a:endParaRPr lang="en-US" sz="750" dirty="0"/>
          </a:p>
        </p:txBody>
      </p:sp>
      <p:sp>
        <p:nvSpPr>
          <p:cNvPr id="200" name="Shape 198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1" name="Text 199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2" name="Shape 200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91.5h · 21 subs finalizadas</a:t>
            </a:r>
            <a:endParaRPr lang="en-US" sz="950" dirty="0"/>
          </a:p>
        </p:txBody>
      </p:sp>
      <p:sp>
        <p:nvSpPr>
          <p:cNvPr id="205" name="Text 203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53h estimadas</a:t>
            </a:r>
            <a:endParaRPr lang="en-US" sz="850" dirty="0"/>
          </a:p>
        </p:txBody>
      </p:sp>
      <p:sp>
        <p:nvSpPr>
          <p:cNvPr id="206" name="Shape 204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7" name="Text 205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08" name="Shape 206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7360920" y="6153912"/>
            <a:ext cx="73180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0" name="Text 208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220.8h · 54 subs finalizadas</a:t>
            </a:r>
            <a:endParaRPr lang="en-US" sz="950" dirty="0"/>
          </a:p>
        </p:txBody>
      </p:sp>
      <p:sp>
        <p:nvSpPr>
          <p:cNvPr id="211" name="Text 209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309h estimadas</a:t>
            </a:r>
            <a:endParaRPr lang="en-US" sz="850" dirty="0"/>
          </a:p>
        </p:txBody>
      </p:sp>
      <p:sp>
        <p:nvSpPr>
          <p:cNvPr id="212" name="Shape 210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3" name="Text 211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19 fix(s) sem card</a:t>
            </a:r>
            <a:endParaRPr lang="en-US" sz="750" dirty="0"/>
          </a:p>
        </p:txBody>
      </p:sp>
      <p:sp>
        <p:nvSpPr>
          <p:cNvPr id="214" name="Shape 212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5" name="Text 213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16" name="Shape 214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8" name="Text 216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19" name="Text 217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0" name="Shape 218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1" name="Text 219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7 fix(s) sem card</a:t>
            </a:r>
            <a:endParaRPr lang="en-US" sz="750" dirty="0"/>
          </a:p>
        </p:txBody>
      </p:sp>
      <p:sp>
        <p:nvSpPr>
          <p:cNvPr id="222" name="Shape 220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3" name="Text 221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4" name="Shape 222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27" name="Text 225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28" name="Shape 226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9" name="Text 227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0" name="Shape 228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1" name="Shape 229"/>
          <p:cNvSpPr/>
          <p:nvPr/>
        </p:nvSpPr>
        <p:spPr>
          <a:xfrm>
            <a:off x="11009376" y="6153912"/>
            <a:ext cx="88188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2" name="Text 230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124h · 89 subs finalizadas</a:t>
            </a:r>
            <a:endParaRPr lang="en-US" sz="950" dirty="0"/>
          </a:p>
        </p:txBody>
      </p:sp>
      <p:sp>
        <p:nvSpPr>
          <p:cNvPr id="233" name="Text 231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144h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2026-06-25T20:24:08Z</dcterms:created>
  <dcterms:modified xsi:type="dcterms:W3CDTF">2026-06-25T20:24:08Z</dcterms:modified>
</cp:coreProperties>
</file>