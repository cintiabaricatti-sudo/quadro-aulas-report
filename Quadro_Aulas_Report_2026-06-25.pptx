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08:30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0764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83% concluido  .  327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1 . Finalizados: 99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427.5h . Real: 526.8h . Rem: 27.5h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82% · 9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6129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89% · 99 de 111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554.3h (+126.8h / +30%)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1251h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139.5h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+156.9h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1407.9h (+13%)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69106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32515" y="2916936"/>
            <a:ext cx="95585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+164h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88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2026-06-25T11:30:42Z</dcterms:created>
  <dcterms:modified xsi:type="dcterms:W3CDTF">2026-06-25T11:30:42Z</dcterms:modified>
</cp:coreProperties>
</file>