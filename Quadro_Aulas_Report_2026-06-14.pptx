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14 de Junho de 2026 as 17:25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371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289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10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54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60477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78% concluido  .  289 de 371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4 . Em progresso: 0 . Finalizados: 65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259.7h . Rem: 7h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071482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94% · 65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266.7h (-7.3h / -3%)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3 NFT · 104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11 . Em progresso: 2 . Finalizados: 91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405h . Real: 499.9h . Rem: 11.5h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54259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70% · 7 de 10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39260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88% · 91 de 104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511.4h (+106.4h / +26%)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2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[backend] Implementar endpoint /links/au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+5h (+125%)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115 itens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37 . Em progresso: 5 . Finalizados: 73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488.5h . Real: 248h . Rem: 129h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80" name="Shape 78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811512" y="1033272"/>
            <a:ext cx="138833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63% · 73 de 115</a:t>
            </a:r>
            <a:endParaRPr lang="en-US" sz="650" dirty="0"/>
          </a:p>
        </p:txBody>
      </p:sp>
      <p:sp>
        <p:nvSpPr>
          <p:cNvPr id="83" name="Text 81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377h (-111.5h / -23%)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5" name="Text 83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1210.5h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1171h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147.5h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+108h</a:t>
            </a:r>
            <a:endParaRPr lang="en-US" sz="2400" dirty="0"/>
          </a:p>
        </p:txBody>
      </p:sp>
      <p:sp>
        <p:nvSpPr>
          <p:cNvPr id="100" name="Text 98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1318.5h (+9%)</a:t>
            </a:r>
            <a:endParaRPr lang="en-US" sz="700" dirty="0"/>
          </a:p>
        </p:txBody>
      </p:sp>
      <p:sp>
        <p:nvSpPr>
          <p:cNvPr id="101" name="Shape 99"/>
          <p:cNvSpPr/>
          <p:nvPr/>
        </p:nvSpPr>
        <p:spPr>
          <a:xfrm>
            <a:off x="2441448" y="2916936"/>
            <a:ext cx="8567723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1009171" y="2916936"/>
            <a:ext cx="1079197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4" name="Text 102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91% concluido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291840"/>
            <a:ext cx="4148038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1" name="Text 109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15/06/2026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4" name="Text 112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5" name="Shape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7" name="Text 115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9" name="Text 117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63% concluido</a:t>
            </a:r>
            <a:endParaRPr lang="en-US" sz="650" dirty="0"/>
          </a:p>
        </p:txBody>
      </p:sp>
      <p:sp>
        <p:nvSpPr>
          <p:cNvPr id="122" name="Shape 120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291840"/>
            <a:ext cx="2871719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6" name="Text 124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23/06/2026</a:t>
            </a:r>
            <a:endParaRPr lang="en-US" sz="1050" dirty="0"/>
          </a:p>
        </p:txBody>
      </p:sp>
      <p:sp>
        <p:nvSpPr>
          <p:cNvPr id="127" name="Shape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9" name="Text 127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30" name="Shape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2" name="Text 130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3" name="Shape 131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4" name="Text 132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18.0%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11.7%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24 Sub Bug (ADO) . 106.8h</a:t>
            </a:r>
            <a:endParaRPr lang="en-US" sz="700" dirty="0"/>
          </a:p>
        </p:txBody>
      </p:sp>
      <p:sp>
        <p:nvSpPr>
          <p:cNvPr id="142" name="Shape 140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30</a:t>
            </a:r>
            <a:endParaRPr lang="en-US" sz="2200" dirty="0"/>
          </a:p>
        </p:txBody>
      </p:sp>
      <p:sp>
        <p:nvSpPr>
          <p:cNvPr id="144" name="Text 142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5" name="Text 143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Git sem card ADO . cobertura 21%</a:t>
            </a:r>
            <a:endParaRPr lang="en-US" sz="700" dirty="0"/>
          </a:p>
        </p:txBody>
      </p:sp>
      <p:sp>
        <p:nvSpPr>
          <p:cNvPr id="146" name="Shape 144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82.0%</a:t>
            </a:r>
            <a:endParaRPr lang="en-US" sz="2200" dirty="0"/>
          </a:p>
        </p:txBody>
      </p:sp>
      <p:sp>
        <p:nvSpPr>
          <p:cNvPr id="148" name="Text 146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9" name="Text 147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50" name="Text 148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51" name="Shape 149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2" name="Text 150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53" name="Shape 151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5" name="Text 153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#404993 +5h(+125%) [artursilva frwk.com.br]</a:t>
            </a:r>
            <a:endParaRPr lang="en-US" sz="750" dirty="0"/>
          </a:p>
        </p:txBody>
      </p:sp>
      <p:sp>
        <p:nvSpPr>
          <p:cNvPr id="156" name="Text 154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#407538 +2h(+67%) [CARLOS HENRIQUE ALMEIDA OLIVEIRA]</a:t>
            </a:r>
            <a:endParaRPr lang="en-US" sz="750" dirty="0"/>
          </a:p>
        </p:txBody>
      </p:sp>
      <p:sp>
        <p:nvSpPr>
          <p:cNvPr id="157" name="Shape 155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8" name="Text 156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9" name="Shape 157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~8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61" name="Text 159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23/06/2026 · Base 29/05/2026</a:t>
            </a:r>
            <a:endParaRPr lang="en-US" sz="750" dirty="0"/>
          </a:p>
        </p:txBody>
      </p:sp>
      <p:sp>
        <p:nvSpPr>
          <p:cNvPr id="162" name="Text 160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63" name="Shape 161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4" name="Text 162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5" name="Shape 163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151.4h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7" name="Text 165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8" name="Text 166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151.4h</a:t>
            </a:r>
            <a:endParaRPr lang="en-US" sz="750" dirty="0"/>
          </a:p>
        </p:txBody>
      </p:sp>
      <p:sp>
        <p:nvSpPr>
          <p:cNvPr id="169" name="Shape 167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0" name="Text 168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108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73" name="Text 171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108 itens criados pos 01/05</a:t>
            </a:r>
            <a:endParaRPr lang="en-US" sz="750" dirty="0"/>
          </a:p>
        </p:txBody>
      </p:sp>
      <p:sp>
        <p:nvSpPr>
          <p:cNvPr id="174" name="Text 172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+141h · Obs +9h</a:t>
            </a:r>
            <a:endParaRPr lang="en-US" sz="750" dirty="0"/>
          </a:p>
        </p:txBody>
      </p:sp>
      <p:sp>
        <p:nvSpPr>
          <p:cNvPr id="175" name="Shape 173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7" name="Shape 175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9" name="Shape 177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 I D E R A N C A   T E C N I C A</a:t>
            </a:r>
            <a:endParaRPr lang="en-US" sz="700" dirty="0"/>
          </a:p>
        </p:txBody>
      </p:sp>
      <p:sp>
        <p:nvSpPr>
          <p:cNvPr id="181" name="Shape 179"/>
          <p:cNvSpPr/>
          <p:nvPr/>
        </p:nvSpPr>
        <p:spPr>
          <a:xfrm>
            <a:off x="2441448" y="5879592"/>
            <a:ext cx="1133856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2" name="Text 180"/>
          <p:cNvSpPr/>
          <p:nvPr/>
        </p:nvSpPr>
        <p:spPr>
          <a:xfrm>
            <a:off x="2496312" y="5934456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2496312" y="6117336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496312" y="6117336"/>
            <a:ext cx="92364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2496312" y="6208776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191.2h · 40 subs</a:t>
            </a:r>
            <a:endParaRPr lang="en-US" sz="950" dirty="0"/>
          </a:p>
        </p:txBody>
      </p:sp>
      <p:sp>
        <p:nvSpPr>
          <p:cNvPr id="186" name="Text 184"/>
          <p:cNvSpPr/>
          <p:nvPr/>
        </p:nvSpPr>
        <p:spPr>
          <a:xfrm>
            <a:off x="2496312" y="6409944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212h estimadas</a:t>
            </a:r>
            <a:endParaRPr lang="en-US" sz="800" dirty="0"/>
          </a:p>
        </p:txBody>
      </p:sp>
      <p:sp>
        <p:nvSpPr>
          <p:cNvPr id="187" name="Shape 185"/>
          <p:cNvSpPr/>
          <p:nvPr/>
        </p:nvSpPr>
        <p:spPr>
          <a:xfrm>
            <a:off x="3657600" y="5879592"/>
            <a:ext cx="1133856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8" name="Text 186"/>
          <p:cNvSpPr/>
          <p:nvPr/>
        </p:nvSpPr>
        <p:spPr>
          <a:xfrm>
            <a:off x="3712464" y="5934456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3712464" y="6117336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3712464" y="6117336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3712464" y="6208776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290.5h · 46 subs</a:t>
            </a:r>
            <a:endParaRPr lang="en-US" sz="950" dirty="0"/>
          </a:p>
        </p:txBody>
      </p:sp>
      <p:sp>
        <p:nvSpPr>
          <p:cNvPr id="192" name="Text 190"/>
          <p:cNvSpPr/>
          <p:nvPr/>
        </p:nvSpPr>
        <p:spPr>
          <a:xfrm>
            <a:off x="3712464" y="6409944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151.5h estimadas</a:t>
            </a:r>
            <a:endParaRPr lang="en-US" sz="800" dirty="0"/>
          </a:p>
        </p:txBody>
      </p:sp>
      <p:sp>
        <p:nvSpPr>
          <p:cNvPr id="193" name="Text 191"/>
          <p:cNvSpPr/>
          <p:nvPr/>
        </p:nvSpPr>
        <p:spPr>
          <a:xfrm>
            <a:off x="3712464" y="6556248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⚠ 23 fix(s) sem card</a:t>
            </a:r>
            <a:endParaRPr lang="en-US" sz="700" dirty="0"/>
          </a:p>
        </p:txBody>
      </p:sp>
      <p:sp>
        <p:nvSpPr>
          <p:cNvPr id="194" name="Shape 192"/>
          <p:cNvSpPr/>
          <p:nvPr/>
        </p:nvSpPr>
        <p:spPr>
          <a:xfrm>
            <a:off x="4873752" y="5879592"/>
            <a:ext cx="1133856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5" name="Text 193"/>
          <p:cNvSpPr/>
          <p:nvPr/>
        </p:nvSpPr>
        <p:spPr>
          <a:xfrm>
            <a:off x="4928616" y="5934456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6" name="Shape 194"/>
          <p:cNvSpPr/>
          <p:nvPr/>
        </p:nvSpPr>
        <p:spPr>
          <a:xfrm>
            <a:off x="4928616" y="6117336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4928616" y="6117336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4928616" y="6208776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254.7h · 32 subs</a:t>
            </a:r>
            <a:endParaRPr lang="en-US" sz="950" dirty="0"/>
          </a:p>
        </p:txBody>
      </p:sp>
      <p:sp>
        <p:nvSpPr>
          <p:cNvPr id="199" name="Text 197"/>
          <p:cNvSpPr/>
          <p:nvPr/>
        </p:nvSpPr>
        <p:spPr>
          <a:xfrm>
            <a:off x="4928616" y="6409944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217h estimadas</a:t>
            </a:r>
            <a:endParaRPr lang="en-US" sz="800" dirty="0"/>
          </a:p>
        </p:txBody>
      </p:sp>
      <p:sp>
        <p:nvSpPr>
          <p:cNvPr id="200" name="Text 198"/>
          <p:cNvSpPr/>
          <p:nvPr/>
        </p:nvSpPr>
        <p:spPr>
          <a:xfrm>
            <a:off x="4928616" y="6556248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⚠ 1 fix(s) sem card</a:t>
            </a:r>
            <a:endParaRPr lang="en-US" sz="700" dirty="0"/>
          </a:p>
        </p:txBody>
      </p:sp>
      <p:sp>
        <p:nvSpPr>
          <p:cNvPr id="201" name="Shape 199"/>
          <p:cNvSpPr/>
          <p:nvPr/>
        </p:nvSpPr>
        <p:spPr>
          <a:xfrm>
            <a:off x="6089904" y="5879592"/>
            <a:ext cx="1133856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6144768" y="5934456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6144768" y="6117336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6144768" y="6117336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6144768" y="6208776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83.5h · 19 subs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6144768" y="6409944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49h estimadas</a:t>
            </a:r>
            <a:endParaRPr lang="en-US" sz="800" dirty="0"/>
          </a:p>
        </p:txBody>
      </p:sp>
      <p:sp>
        <p:nvSpPr>
          <p:cNvPr id="207" name="Shape 205"/>
          <p:cNvSpPr/>
          <p:nvPr/>
        </p:nvSpPr>
        <p:spPr>
          <a:xfrm>
            <a:off x="7306056" y="5879592"/>
            <a:ext cx="1133856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7360920" y="5934456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7360920" y="6117336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7360920" y="6117336"/>
            <a:ext cx="72201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7360920" y="6208776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211.5h · 45 subs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7360920" y="6409944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300h estimadas</a:t>
            </a:r>
            <a:endParaRPr lang="en-US" sz="800" dirty="0"/>
          </a:p>
        </p:txBody>
      </p:sp>
      <p:sp>
        <p:nvSpPr>
          <p:cNvPr id="213" name="Shape 211"/>
          <p:cNvSpPr/>
          <p:nvPr/>
        </p:nvSpPr>
        <p:spPr>
          <a:xfrm>
            <a:off x="8522208" y="5879592"/>
            <a:ext cx="1133856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4" name="Text 212"/>
          <p:cNvSpPr/>
          <p:nvPr/>
        </p:nvSpPr>
        <p:spPr>
          <a:xfrm>
            <a:off x="8577072" y="5934456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5" name="Shape 213"/>
          <p:cNvSpPr/>
          <p:nvPr/>
        </p:nvSpPr>
        <p:spPr>
          <a:xfrm>
            <a:off x="8577072" y="6117336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8577072" y="6117336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7" name="Text 215"/>
          <p:cNvSpPr/>
          <p:nvPr/>
        </p:nvSpPr>
        <p:spPr>
          <a:xfrm>
            <a:off x="8577072" y="6208776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</a:t>
            </a:r>
            <a:endParaRPr lang="en-US" sz="950" dirty="0"/>
          </a:p>
        </p:txBody>
      </p:sp>
      <p:sp>
        <p:nvSpPr>
          <p:cNvPr id="218" name="Text 216"/>
          <p:cNvSpPr/>
          <p:nvPr/>
        </p:nvSpPr>
        <p:spPr>
          <a:xfrm>
            <a:off x="8577072" y="6409944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6.5h estimadas</a:t>
            </a:r>
            <a:endParaRPr lang="en-US" sz="800" dirty="0"/>
          </a:p>
        </p:txBody>
      </p:sp>
      <p:sp>
        <p:nvSpPr>
          <p:cNvPr id="219" name="Shape 217"/>
          <p:cNvSpPr/>
          <p:nvPr/>
        </p:nvSpPr>
        <p:spPr>
          <a:xfrm>
            <a:off x="9738360" y="5879592"/>
            <a:ext cx="1133856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0" name="Text 218"/>
          <p:cNvSpPr/>
          <p:nvPr/>
        </p:nvSpPr>
        <p:spPr>
          <a:xfrm>
            <a:off x="9793224" y="5934456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1" name="Shape 219"/>
          <p:cNvSpPr/>
          <p:nvPr/>
        </p:nvSpPr>
        <p:spPr>
          <a:xfrm>
            <a:off x="9793224" y="6117336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9793224" y="6117336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3" name="Text 221"/>
          <p:cNvSpPr/>
          <p:nvPr/>
        </p:nvSpPr>
        <p:spPr>
          <a:xfrm>
            <a:off x="9793224" y="6208776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</a:t>
            </a:r>
            <a:endParaRPr lang="en-US" sz="950" dirty="0"/>
          </a:p>
        </p:txBody>
      </p:sp>
      <p:sp>
        <p:nvSpPr>
          <p:cNvPr id="224" name="Text 222"/>
          <p:cNvSpPr/>
          <p:nvPr/>
        </p:nvSpPr>
        <p:spPr>
          <a:xfrm>
            <a:off x="9793224" y="6409944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33h estimadas</a:t>
            </a:r>
            <a:endParaRPr lang="en-US" sz="800" dirty="0"/>
          </a:p>
        </p:txBody>
      </p:sp>
      <p:sp>
        <p:nvSpPr>
          <p:cNvPr id="225" name="Shape 223"/>
          <p:cNvSpPr/>
          <p:nvPr/>
        </p:nvSpPr>
        <p:spPr>
          <a:xfrm>
            <a:off x="10954512" y="5879592"/>
            <a:ext cx="1133856" cy="941832"/>
          </a:xfrm>
          <a:prstGeom prst="rect">
            <a:avLst/>
          </a:prstGeom>
          <a:solidFill>
            <a:srgbClr val="F8FAFC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6" name="Text 224"/>
          <p:cNvSpPr/>
          <p:nvPr/>
        </p:nvSpPr>
        <p:spPr>
          <a:xfrm>
            <a:off x="11009376" y="5934456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27" name="Shape 225"/>
          <p:cNvSpPr/>
          <p:nvPr/>
        </p:nvSpPr>
        <p:spPr>
          <a:xfrm>
            <a:off x="11009376" y="6117336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11009376" y="6117336"/>
            <a:ext cx="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9" name="Text 227"/>
          <p:cNvSpPr/>
          <p:nvPr/>
        </p:nvSpPr>
        <p:spPr>
          <a:xfrm>
            <a:off x="11009376" y="6208776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0h realizadas</a:t>
            </a:r>
            <a:endParaRPr lang="en-US" sz="950" dirty="0"/>
          </a:p>
        </p:txBody>
      </p:sp>
      <p:sp>
        <p:nvSpPr>
          <p:cNvPr id="230" name="Text 228"/>
          <p:cNvSpPr/>
          <p:nvPr/>
        </p:nvSpPr>
        <p:spPr>
          <a:xfrm>
            <a:off x="11009376" y="6409944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Lider Tecnico</a:t>
            </a:r>
            <a:endParaRPr lang="en-US" sz="800" dirty="0"/>
          </a:p>
        </p:txBody>
      </p:sp>
      <p:sp>
        <p:nvSpPr>
          <p:cNvPr id="231" name="Text 229"/>
          <p:cNvSpPr/>
          <p:nvPr/>
        </p:nvSpPr>
        <p:spPr>
          <a:xfrm>
            <a:off x="11009376" y="6556248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⚠ 6 fix(s) sem card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2026-06-14T20:25:11Z</dcterms:created>
  <dcterms:modified xsi:type="dcterms:W3CDTF">2026-06-14T20:25:11Z</dcterms:modified>
</cp:coreProperties>
</file>