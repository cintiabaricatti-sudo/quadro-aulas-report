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17:22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289 de 371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1171h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147.5h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1318.5h (+9%)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85677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1009171" y="2916936"/>
            <a:ext cx="10791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. 106.8h realizadas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4" name="Text 142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4" name="Text 152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0" name="Text 158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6" name="Text 164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108 itens criados pos 01/05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496312" y="6153912"/>
            <a:ext cx="108033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0" name="Text 178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2" name="Text 180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86" name="Text 184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4" name="Text 192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055864" y="6153912"/>
            <a:ext cx="84449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04" name="Text 202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0" name="Text 208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2" name="Text 210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10835640" y="6153912"/>
            <a:ext cx="1088967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2026-06-14T20:22:21Z</dcterms:created>
  <dcterms:modified xsi:type="dcterms:W3CDTF">2026-06-14T20:22:21Z</dcterms:modified>
</cp:coreProperties>
</file>