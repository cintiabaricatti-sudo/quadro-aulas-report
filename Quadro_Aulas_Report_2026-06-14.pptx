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20:21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380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290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61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56362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76% concluido  .  290 de 380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19 . Em progresso: 2 . Finalizados: 92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500.9h . Rem: 34h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8500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81% · 92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534.9h (+106.4h / +25%)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1234h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1172h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170h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1342h (+9%)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424881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866329" y="2916936"/>
            <a:ext cx="1222039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87%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3965707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16/06/2026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(ADO) . 106.8h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30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. 28% dos fixes rastreados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23/06/2026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117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117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+9h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13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94041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105.6h · 72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115h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2026-06-14T23:21:52Z</dcterms:created>
  <dcterms:modified xsi:type="dcterms:W3CDTF">2026-06-14T23:21:52Z</dcterms:modified>
</cp:coreProperties>
</file>