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20:03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380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290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61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56362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76% concluido  .  290 de 380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1234h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1172h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170h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1342h (+9%)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424881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866329" y="2916936"/>
            <a:ext cx="1222039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16/06/2026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. 106.8h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89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correcoes sem registro no ADO . 28% dos fixes rastreados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23/06/2026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117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117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13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041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105.6h · 72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115h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2026-06-14T23:03:42Z</dcterms:created>
  <dcterms:modified xsi:type="dcterms:W3CDTF">2026-06-14T23:03:42Z</dcterms:modified>
</cp:coreProperties>
</file>