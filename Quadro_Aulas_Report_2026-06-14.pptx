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17:47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das subs com estimativa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24 Sub Bug (ADO) . 106.8h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301484" y="3986784"/>
            <a:ext cx="2338578" cy="694944"/>
          </a:xfrm>
          <a:prstGeom prst="rect">
            <a:avLst/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</a:rPr>
              <a:t>127</a:t>
            </a:r>
            <a:endParaRPr lang="en-US" sz="2200" dirty="0"/>
          </a:p>
        </p:txBody>
      </p:sp>
      <p:sp>
        <p:nvSpPr>
          <p:cNvPr id="145" name="Text 143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6" name="Text 144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correcoes sem registro no ADO . 42% dos fixes rastreados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9" name="Text 147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50" name="Text 148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entregues dentro do planejado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1" name="Text 169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4" name="Text 172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5" name="Text 173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6" name="Shape 174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LIDERANCA TECNICA</a:t>
            </a:r>
            <a:endParaRPr lang="en-US" sz="650" dirty="0"/>
          </a:p>
        </p:txBody>
      </p:sp>
      <p:sp>
        <p:nvSpPr>
          <p:cNvPr id="182" name="Shape 180"/>
          <p:cNvSpPr/>
          <p:nvPr/>
        </p:nvSpPr>
        <p:spPr>
          <a:xfrm>
            <a:off x="2441448" y="5879592"/>
            <a:ext cx="1133856" cy="941832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3" name="Text 181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4" name="Shape 182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7" name="Text 185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2496312" y="6620256"/>
            <a:ext cx="1024128" cy="16459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2496312" y="66202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3 fix(s) sem card</a:t>
            </a:r>
            <a:endParaRPr lang="en-US" sz="700" dirty="0"/>
          </a:p>
        </p:txBody>
      </p:sp>
      <p:sp>
        <p:nvSpPr>
          <p:cNvPr id="190" name="Shape 188"/>
          <p:cNvSpPr/>
          <p:nvPr/>
        </p:nvSpPr>
        <p:spPr>
          <a:xfrm>
            <a:off x="3657600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1" name="Text 189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5" name="Text 193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9738360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1" name="Text 219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5" name="Text 223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10954512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1009376" y="6153912"/>
            <a:ext cx="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0h realizadas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2026-06-14T20:47:16Z</dcterms:created>
  <dcterms:modified xsi:type="dcterms:W3CDTF">2026-06-14T20:47:16Z</dcterms:modified>
</cp:coreProperties>
</file>