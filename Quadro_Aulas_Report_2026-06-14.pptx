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14 de Junho de 2026 as 19:03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371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289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54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0477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78% concluido  .  289 de 371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259.7h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266.7h (-7.3h / -3%)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11 . Em progresso: 2 . Finalizados: 91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405h . Real: 499.9h . Rem: 11.5h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542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70% · 7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3926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88% · 91 de 104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511.4h (+106.4h / +26%)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+5h (+125%)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115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37 . Em progresso: 5 . Finalizados: 73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248h . Rem: 129h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38833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63% · 73 de 115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377h (-111.5h / -23%)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1210.5h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1171h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147.5h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+108h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1318.5h (+9%)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56772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09171" y="2916936"/>
            <a:ext cx="107919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15/06/2026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63%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2871719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11.7%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24 Sub Bug (ADO) . 106.8h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146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correcoes sem registro no ADO . 20% dos fixes rastreados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#407538 +2h(+67%) [CARLOS HENRIQUE ALMEIDA OLIVEIRA]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~8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23/06/2026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151.4h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151.4h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108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108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+141h · Obs +9h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92364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191.2h · 40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212h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657600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290.5h · 46 subs finalizadas</a:t>
            </a:r>
            <a:endParaRPr lang="en-US" sz="950" dirty="0"/>
          </a:p>
        </p:txBody>
      </p:sp>
      <p:sp>
        <p:nvSpPr>
          <p:cNvPr id="191" name="Text 189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10 fix(s) sem card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4873752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254.7h · 32 subs finalizadas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15 fix(s) sem card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6089904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3" name="Text 201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83.5h · 19 subs finalizadas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06056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60920" y="6153912"/>
            <a:ext cx="72201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211.5h · 45 subs finalizadas</a:t>
            </a:r>
            <a:endParaRPr lang="en-US" sz="950" dirty="0"/>
          </a:p>
        </p:txBody>
      </p:sp>
      <p:sp>
        <p:nvSpPr>
          <p:cNvPr id="213" name="Text 211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300h estimadas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10 fix(s) sem card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8522208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1" name="Text 219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15 fix(s) sem card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9738360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5" name="Text 223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0954512" y="5879592"/>
            <a:ext cx="11338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1" name="Text 229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009376" y="6153912"/>
            <a:ext cx="94799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104.6h · 71 subs finalizadas</a:t>
            </a:r>
            <a:endParaRPr lang="en-US" sz="950" dirty="0"/>
          </a:p>
        </p:txBody>
      </p:sp>
      <p:sp>
        <p:nvSpPr>
          <p:cNvPr id="235" name="Text 233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113h estimadas</a:t>
            </a:r>
            <a:endParaRPr lang="en-US" sz="850" dirty="0"/>
          </a:p>
        </p:txBody>
      </p:sp>
      <p:sp>
        <p:nvSpPr>
          <p:cNvPr id="236" name="Shape 234"/>
          <p:cNvSpPr/>
          <p:nvPr/>
        </p:nvSpPr>
        <p:spPr>
          <a:xfrm>
            <a:off x="1100937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100937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23 fix(s) sem card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2441448" y="6729984"/>
            <a:ext cx="9646920" cy="128016"/>
          </a:xfrm>
          <a:prstGeom prst="rect">
            <a:avLst/>
          </a:prstGeom>
          <a:solidFill>
            <a:srgbClr val="EEF2F7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2514600" y="6739128"/>
            <a:ext cx="9500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6B7D93"/>
                </a:solidFill>
              </a:rPr>
              <a:t>Repos Git mapeados: servico-quadro-aulas  ·  frontend-quadro-aulas  ·  servico-quadro-aulas-fallback  ·  servico-aulas  ·  servico-planejamento-monitoramento-integracao  ·  frontend-monitor-integracao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2026-06-14T22:03:20Z</dcterms:created>
  <dcterms:modified xsi:type="dcterms:W3CDTF">2026-06-14T22:03:20Z</dcterms:modified>
</cp:coreProperties>
</file>