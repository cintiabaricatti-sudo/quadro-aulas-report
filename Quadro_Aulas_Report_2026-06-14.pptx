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19:14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146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correcoes sem registro no ADO . 20% dos fixes rastreados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15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15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799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104.6h · 71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113h estimadas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23 fix(s) sem card</a:t>
            </a:r>
            <a:endParaRPr lang="en-US" sz="750" dirty="0"/>
          </a:p>
        </p:txBody>
      </p:sp>
      <p:sp>
        <p:nvSpPr>
          <p:cNvPr id="238" name="Shape 236"/>
          <p:cNvSpPr/>
          <p:nvPr/>
        </p:nvSpPr>
        <p:spPr>
          <a:xfrm>
            <a:off x="2441448" y="6638544"/>
            <a:ext cx="9646920" cy="219456"/>
          </a:xfrm>
          <a:prstGeom prst="rect">
            <a:avLst/>
          </a:prstGeom>
          <a:solidFill>
            <a:srgbClr val="EEF2F7"/>
          </a:solidFill>
          <a:ln w="12700">
            <a:solidFill>
              <a:srgbClr val="C8D4E3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2514600" y="6647688"/>
            <a:ext cx="95006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B7D93"/>
                </a:solidFill>
              </a:rPr>
              <a:t>Lecionar: servico-quadro-aulas  ·  frontend-quadro-aulas  ·  servico-quadro-aulas-fallback  ·  servico-aulas</a:t>
            </a:r>
            <a:endParaRPr lang="en-US" sz="550" dirty="0"/>
          </a:p>
        </p:txBody>
      </p:sp>
      <p:sp>
        <p:nvSpPr>
          <p:cNvPr id="240" name="Text 238"/>
          <p:cNvSpPr/>
          <p:nvPr/>
        </p:nvSpPr>
        <p:spPr>
          <a:xfrm>
            <a:off x="2514600" y="6748272"/>
            <a:ext cx="95006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B7D93"/>
                </a:solidFill>
              </a:rPr>
              <a:t>Planejar: servico-planejamento-monitoramento-integracao  ·  frontend-monitor-integracao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2026-06-14T22:14:21Z</dcterms:created>
  <dcterms:modified xsi:type="dcterms:W3CDTF">2026-06-14T22:14:21Z</dcterms:modified>
</cp:coreProperties>
</file>