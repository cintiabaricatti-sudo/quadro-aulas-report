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Julho de 2026 as 08:44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6936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86% concluido  .  338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1 . Finalizados: 111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592.1h . Rem: 7h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37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111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599.1h (+166.6h / +39%)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1347.9h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119h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+217.9h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1466.9h (+17%)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6432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305776" y="2916936"/>
            <a:ext cx="78259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98%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6711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22/07/2026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17.8%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35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50%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82.2%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22/07/2026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246.6h · 45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219h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5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371.2h · 55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2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2026-07-14T11:44:54Z</dcterms:created>
  <dcterms:modified xsi:type="dcterms:W3CDTF">2026-07-14T11:44:54Z</dcterms:modified>
</cp:coreProperties>
</file>