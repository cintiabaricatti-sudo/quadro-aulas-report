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 de Julho de 2026 as 08:13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588.1h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596.1h (+163.6h / +38%)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1310.7h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+181.7h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1430.7h (+15%)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3778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79232" y="2916936"/>
            <a:ext cx="80913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03/07/2026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10/07/2026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33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10/07/2026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335h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2026-07-02T11:13:04Z</dcterms:created>
  <dcterms:modified xsi:type="dcterms:W3CDTF">2026-07-02T11:13:04Z</dcterms:modified>
</cp:coreProperties>
</file>