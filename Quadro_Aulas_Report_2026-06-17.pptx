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17 de Junho de 2026 as 08:41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389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308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11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50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625346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79% concluido  .  308 de 389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69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4 . Em progresso: 0 . Finalizados: 65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263.7h . Rem: 7h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071482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94% · 65 de 69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270.7h (-3.3h / -1%)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113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16 . Em progresso: 2 . Finalizados: 95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428.5h . Real: 520.3h . Rem: 30.5h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410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64% · 7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85111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84% · 95 de 113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550.8h (+122.3h / +29%)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946904" y="1417320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34AB7"/>
                </a:solidFill>
              </a:rPr>
              <a:t>2 ativo(s) com horas estouradas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946904" y="1581912"/>
            <a:ext cx="2203704" cy="448056"/>
          </a:xfrm>
          <a:prstGeom prst="rect">
            <a:avLst/>
          </a:prstGeom>
          <a:solidFill>
            <a:srgbClr val="FFF8F8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65192" y="1600200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222222"/>
                </a:solidFill>
              </a:rPr>
              <a:t>Testes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965192" y="1728216"/>
            <a:ext cx="21671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+2h (+100%)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120 itens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87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497.5h . Real: 255.3h . Rem: 111h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17</a:t>
            </a:r>
            <a:endParaRPr lang="en-US" sz="650" dirty="0"/>
          </a:p>
        </p:txBody>
      </p:sp>
      <p:sp>
        <p:nvSpPr>
          <p:cNvPr id="79" name="Shape 77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811512" y="1033272"/>
            <a:ext cx="1608704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73% · 87 de 120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366.3h (-131.2h / -26%)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4" name="Text 82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1243h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1215.7h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148.5h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+121.2h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1364.2h (+10%)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2441448" y="2916936"/>
            <a:ext cx="859680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038252" y="2916936"/>
            <a:ext cx="1050116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88% concluido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2551176" y="3291840"/>
            <a:ext cx="401129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19/06/2026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6" name="Text 114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7" name="Shape 115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8" name="Text 116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73% concluido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7420356" y="3291840"/>
            <a:ext cx="3327547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25/06/2026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3" name="Text 131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17.6%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11.7%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126.8h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24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54% do time com card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82.4%</a:t>
            </a:r>
            <a:endParaRPr lang="en-US" sz="2200" dirty="0"/>
          </a:p>
        </p:txBody>
      </p:sp>
      <p:sp>
        <p:nvSpPr>
          <p:cNvPr id="147" name="Text 145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1" name="Text 149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RISCO ATIVO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estouros</a:t>
            </a:r>
            <a:endParaRPr lang="en-US" sz="650" dirty="0"/>
          </a:p>
        </p:txBody>
      </p:sp>
      <p:sp>
        <p:nvSpPr>
          <p:cNvPr id="154" name="Text 152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#404988 +2h(+100%) [gabrielpigatto frwk.com.br]</a:t>
            </a:r>
            <a:endParaRPr lang="en-US" sz="750" dirty="0"/>
          </a:p>
        </p:txBody>
      </p:sp>
      <p:sp>
        <p:nvSpPr>
          <p:cNvPr id="155" name="Text 153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#404993 +5h(+125%) [artursilva frwk.com.br]</a:t>
            </a:r>
            <a:endParaRPr lang="en-US" sz="750" dirty="0"/>
          </a:p>
        </p:txBody>
      </p:sp>
      <p:sp>
        <p:nvSpPr>
          <p:cNvPr id="156" name="Shape 154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7" name="Text 155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60" name="Text 158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25/06/2026 · Base 29/05/2026</a:t>
            </a:r>
            <a:endParaRPr lang="en-US" sz="750" dirty="0"/>
          </a:p>
        </p:txBody>
      </p:sp>
      <p:sp>
        <p:nvSpPr>
          <p:cNvPr id="161" name="Text 159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62" name="Shape 160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3" name="Text 161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6" name="Text 164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7" name="Text 165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8" name="Shape 166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9" name="Text 167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126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72" name="Text 170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126 itens criados pos 01/05</a:t>
            </a:r>
            <a:endParaRPr lang="en-US" sz="750" dirty="0"/>
          </a:p>
        </p:txBody>
      </p:sp>
      <p:sp>
        <p:nvSpPr>
          <p:cNvPr id="173" name="Text 171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+165h · Obs +18h</a:t>
            </a:r>
            <a:endParaRPr lang="en-US" sz="750" dirty="0"/>
          </a:p>
        </p:txBody>
      </p:sp>
      <p:sp>
        <p:nvSpPr>
          <p:cNvPr id="174" name="Shape 172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1" name="Text 179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2496312" y="6153912"/>
            <a:ext cx="9533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199.2h · 40 subs finalizadas</a:t>
            </a:r>
            <a:endParaRPr lang="en-US" sz="950" dirty="0"/>
          </a:p>
        </p:txBody>
      </p:sp>
      <p:sp>
        <p:nvSpPr>
          <p:cNvPr id="185" name="Text 183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7" name="Text 185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304.5h · 46 subs finalizadas</a:t>
            </a:r>
            <a:endParaRPr lang="en-US" sz="950" dirty="0"/>
          </a:p>
        </p:txBody>
      </p:sp>
      <p:sp>
        <p:nvSpPr>
          <p:cNvPr id="191" name="Text 189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151.5h estimadas</a:t>
            </a:r>
            <a:endParaRPr lang="en-US" sz="850" dirty="0"/>
          </a:p>
        </p:txBody>
      </p:sp>
      <p:sp>
        <p:nvSpPr>
          <p:cNvPr id="192" name="Shape 190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4" name="Shape 192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5" name="Text 193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6" name="Shape 194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9" name="Text 197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200" name="Shape 198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4 fix(s) sem card</a:t>
            </a:r>
            <a:endParaRPr lang="en-US" sz="750" dirty="0"/>
          </a:p>
        </p:txBody>
      </p:sp>
      <p:sp>
        <p:nvSpPr>
          <p:cNvPr id="202" name="Shape 200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3" name="Text 201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4" name="Shape 202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85.5h · 19 subs finalizadas</a:t>
            </a:r>
            <a:endParaRPr lang="en-US" sz="950" dirty="0"/>
          </a:p>
        </p:txBody>
      </p:sp>
      <p:sp>
        <p:nvSpPr>
          <p:cNvPr id="207" name="Text 205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49h estimadas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9" name="Text 207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10" name="Shape 208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360920" y="6153912"/>
            <a:ext cx="705289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212.8h · 52 subs finalizadas</a:t>
            </a:r>
            <a:endParaRPr lang="en-US" sz="950" dirty="0"/>
          </a:p>
        </p:txBody>
      </p:sp>
      <p:sp>
        <p:nvSpPr>
          <p:cNvPr id="213" name="Text 211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4" name="Shape 212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5" name="Text 213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10 fix(s) sem card</a:t>
            </a:r>
            <a:endParaRPr lang="en-US" sz="750" dirty="0"/>
          </a:p>
        </p:txBody>
      </p:sp>
      <p:sp>
        <p:nvSpPr>
          <p:cNvPr id="216" name="Shape 214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7" name="Text 215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8" name="Shape 216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21" name="Text 219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2" name="Shape 220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7 fix(s) sem card</a:t>
            </a:r>
            <a:endParaRPr lang="en-US" sz="750" dirty="0"/>
          </a:p>
        </p:txBody>
      </p:sp>
      <p:sp>
        <p:nvSpPr>
          <p:cNvPr id="224" name="Shape 222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5" name="Text 223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6" name="Shape 224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9" name="Text 227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31" name="Text 229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2" name="Shape 230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1009376" y="6153912"/>
            <a:ext cx="8623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110.3h · 80 subs finalizadas</a:t>
            </a:r>
            <a:endParaRPr lang="en-US" sz="950" dirty="0"/>
          </a:p>
        </p:txBody>
      </p:sp>
      <p:sp>
        <p:nvSpPr>
          <p:cNvPr id="235" name="Text 233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131h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2026-06-17T11:41:05Z</dcterms:created>
  <dcterms:modified xsi:type="dcterms:W3CDTF">2026-06-17T11:41:05Z</dcterms:modified>
</cp:coreProperties>
</file>