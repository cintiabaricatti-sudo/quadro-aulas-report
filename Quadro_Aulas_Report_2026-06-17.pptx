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17 de Junho de 2026 as 19:04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308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2534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79% concluido  .  308 de 390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263.7h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270.7h (-3.3h / -1%)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2 . Finalizados: 95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521.3h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410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64% · 7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95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551.8h (+123.3h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87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255.3h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87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366.3h (-131.2h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1243h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1223.2h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148.5h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+128.7h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1371.7h (+10%)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0254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43994" y="2916936"/>
            <a:ext cx="104437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19/06/2026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17.6%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126.8h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</a:rPr>
              <a:t>24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54%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82.4%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+3h(+150%)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25/06/2026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127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127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89193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206.7h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304.5h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0528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212.8h · 52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86230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110.3h · 80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131h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2026-06-17T22:04:05Z</dcterms:created>
  <dcterms:modified xsi:type="dcterms:W3CDTF">2026-06-17T22:04:05Z</dcterms:modified>
</cp:coreProperties>
</file>