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17 de Junho de 2026 as 19:52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393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314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9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50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645920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80% concluido  .  314 de 393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 . Em progresso: 0 . Finalizados: 67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264.8h . Rem: 5h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137593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97% · 67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269.8h (-4.2h / -2%)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4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16 . Em progresso: 2 . Finalizados: 95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521.3h . Rem: 30.5h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41037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64% · 7 de 11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851111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84% · 95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551.8h (+123.3h / +29%)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Testes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+3h (+150%)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120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27 . Em progresso: 5 . Finalizados: 88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497.5h . Real: 255.8h . Rem: 111h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60870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73% · 88 de 120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366.8h (-130.7h / -26%)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1244h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1239.9h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146.5h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+142.4h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1386.4h (+11%)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627536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1068984" y="2916936"/>
            <a:ext cx="1019384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90%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4102456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18/06/2026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73%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3327547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25/06/2026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17.3%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11.6%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26 Sub Bug (ADO) · 136.8h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C2626"/>
                </a:solidFill>
              </a:rPr>
              <a:t>34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45%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82.7%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#404988 +3h(+150%) [gabrielpigatto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~7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25/06/2026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106.3h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6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106.3h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130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130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+18h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10107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211.2h · 41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214h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249631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 fix(s) sem card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9" name="Text 187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90" name="Shape 188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314.5h · 47 subs finalizadas</a:t>
            </a:r>
            <a:endParaRPr lang="en-US" sz="950" dirty="0"/>
          </a:p>
        </p:txBody>
      </p:sp>
      <p:sp>
        <p:nvSpPr>
          <p:cNvPr id="193" name="Text 191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4" name="Shape 192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7" name="Text 195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8" name="Shape 196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0" name="Text 198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268.2h · 34 subs finalizadas</a:t>
            </a:r>
            <a:endParaRPr lang="en-US" sz="950" dirty="0"/>
          </a:p>
        </p:txBody>
      </p:sp>
      <p:sp>
        <p:nvSpPr>
          <p:cNvPr id="201" name="Text 199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2" name="Shape 200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5" name="Text 203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6" name="Shape 204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8" name="Text 206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85.5h · 19 subs finalizadas</a:t>
            </a:r>
            <a:endParaRPr lang="en-US" sz="950" dirty="0"/>
          </a:p>
        </p:txBody>
      </p:sp>
      <p:sp>
        <p:nvSpPr>
          <p:cNvPr id="209" name="Text 207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1" name="Text 209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2" name="Shape 210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7360920" y="6153912"/>
            <a:ext cx="705289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212.8h · 52 subs finalizadas</a:t>
            </a:r>
            <a:endParaRPr lang="en-US" sz="950" dirty="0"/>
          </a:p>
        </p:txBody>
      </p:sp>
      <p:sp>
        <p:nvSpPr>
          <p:cNvPr id="215" name="Text 213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309h estimadas</a:t>
            </a:r>
            <a:endParaRPr lang="en-US" sz="850" dirty="0"/>
          </a:p>
        </p:txBody>
      </p:sp>
      <p:sp>
        <p:nvSpPr>
          <p:cNvPr id="216" name="Shape 214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7" name="Text 215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19 fix(s) sem card</a:t>
            </a:r>
            <a:endParaRPr lang="en-US" sz="750" dirty="0"/>
          </a:p>
        </p:txBody>
      </p:sp>
      <p:sp>
        <p:nvSpPr>
          <p:cNvPr id="218" name="Shape 216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9" name="Text 217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20" name="Shape 218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2" name="Text 220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3" name="Text 221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4" name="Shape 222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7 fix(s) sem card</a:t>
            </a:r>
            <a:endParaRPr lang="en-US" sz="750" dirty="0"/>
          </a:p>
        </p:txBody>
      </p:sp>
      <p:sp>
        <p:nvSpPr>
          <p:cNvPr id="226" name="Shape 224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7" name="Text 225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8" name="Shape 226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0" name="Text 228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31" name="Text 229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3" name="Text 231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4" name="Shape 232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11009376" y="6153912"/>
            <a:ext cx="866274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6" name="Text 234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112.5h · 84 subs finalizadas</a:t>
            </a:r>
            <a:endParaRPr lang="en-US" sz="950" dirty="0"/>
          </a:p>
        </p:txBody>
      </p:sp>
      <p:sp>
        <p:nvSpPr>
          <p:cNvPr id="237" name="Text 235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133h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2026-06-17T22:52:43Z</dcterms:created>
  <dcterms:modified xsi:type="dcterms:W3CDTF">2026-06-17T22:52:43Z</dcterms:modified>
</cp:coreProperties>
</file>