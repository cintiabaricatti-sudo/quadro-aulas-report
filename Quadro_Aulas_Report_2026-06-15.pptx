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15 de Junho de 2026 as 19:51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385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306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11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48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625346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79% concluido  .  306 de 385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4 . Em progresso: 0 . Finalizados: 65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263.7h . Rem: 7h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071482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94% · 65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270.7h (-3.3h / -1%)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3 NFT · 113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16 . Em progresso: 2 . Finalizados: 95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428.5h . Real: 520.3h . Rem: 30.5h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542593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70% · 7 de 10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85111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84% · 95 de 113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550.8h (+122.3h / +29%)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141732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2 ativo(s) com horas estouradas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46904" y="1581912"/>
            <a:ext cx="2203704" cy="448056"/>
          </a:xfrm>
          <a:prstGeom prst="rect">
            <a:avLst/>
          </a:prstGeom>
          <a:solidFill>
            <a:srgbClr val="FFF8F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600200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22222"/>
                </a:solidFill>
              </a:rPr>
              <a:t>Testes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965192" y="1728216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+2h (+100%)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119 itens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86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495.5h . Real: 254.8h . Rem: 111h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17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11512" y="1033272"/>
            <a:ext cx="1586667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72% · 86 de 119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365.8h (-129.7h / -26%)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1241h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1202.2h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148.5h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+109.7h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1350.7h (+9%)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2441448" y="2916936"/>
            <a:ext cx="8586309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27757" y="2916936"/>
            <a:ext cx="1060611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88% concluido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551176" y="3291840"/>
            <a:ext cx="401129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17/06/2026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8" name="Text 116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72% concluido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20356" y="3291840"/>
            <a:ext cx="3281964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23/06/2026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17.6%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11.3%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25 Sub Bug (ADO) · 113.8h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29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49% do time com card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82.4%</a:t>
            </a:r>
            <a:endParaRPr lang="en-US" sz="2200" dirty="0"/>
          </a:p>
        </p:txBody>
      </p:sp>
      <p:sp>
        <p:nvSpPr>
          <p:cNvPr id="147" name="Text 145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1" name="Text 149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RISCO ATIVO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estouros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#404988 +2h(+100%) [gabrielpigatto frwk.com.br]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#404993 +5h(+125%) [artursilva frwk.com.br]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7" name="Text 155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60" name="Text 158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23/06/2026 · Base 29/05/2026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3" name="Text 161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151.4h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7 SRs no periodo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151.4h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9" name="Text 167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122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122 itens criados pos 01/05</a:t>
            </a:r>
            <a:endParaRPr lang="en-US" sz="750" dirty="0"/>
          </a:p>
        </p:txBody>
      </p:sp>
      <p:sp>
        <p:nvSpPr>
          <p:cNvPr id="173" name="Text 171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+165h · Obs +16h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1" name="Text 179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496312" y="6153912"/>
            <a:ext cx="9533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199.2h · 40 subs finalizadas</a:t>
            </a:r>
            <a:endParaRPr lang="en-US" sz="950" dirty="0"/>
          </a:p>
        </p:txBody>
      </p:sp>
      <p:sp>
        <p:nvSpPr>
          <p:cNvPr id="185" name="Text 183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7" name="Text 185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297.5h · 46 subs finalizadas</a:t>
            </a:r>
            <a:endParaRPr lang="en-US" sz="950" dirty="0"/>
          </a:p>
        </p:txBody>
      </p:sp>
      <p:sp>
        <p:nvSpPr>
          <p:cNvPr id="191" name="Text 189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92" name="Shape 190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5" name="Text 193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6" name="Shape 194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262.2h · 33 subs finalizadas</a:t>
            </a:r>
            <a:endParaRPr lang="en-US" sz="950" dirty="0"/>
          </a:p>
        </p:txBody>
      </p:sp>
      <p:sp>
        <p:nvSpPr>
          <p:cNvPr id="199" name="Text 197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200" name="Shape 198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4 fix(s) sem card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3" name="Text 201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4" name="Shape 202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85.5h · 19 subs finalizadas</a:t>
            </a:r>
            <a:endParaRPr lang="en-US" sz="950" dirty="0"/>
          </a:p>
        </p:txBody>
      </p:sp>
      <p:sp>
        <p:nvSpPr>
          <p:cNvPr id="207" name="Text 205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49h estimadas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9" name="Text 207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360920" y="6153912"/>
            <a:ext cx="708216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212.3h · 51 subs finalizadas</a:t>
            </a:r>
            <a:endParaRPr lang="en-US" sz="950" dirty="0"/>
          </a:p>
        </p:txBody>
      </p:sp>
      <p:sp>
        <p:nvSpPr>
          <p:cNvPr id="213" name="Text 211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307h estimadas</a:t>
            </a:r>
            <a:endParaRPr lang="en-US" sz="850" dirty="0"/>
          </a:p>
        </p:txBody>
      </p:sp>
      <p:sp>
        <p:nvSpPr>
          <p:cNvPr id="214" name="Shape 212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10 fix(s) sem card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7" name="Text 215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8" name="Shape 216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21" name="Text 219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2" name="Shape 220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12 fix(s) sem card</a:t>
            </a:r>
            <a:endParaRPr lang="en-US" sz="750" dirty="0"/>
          </a:p>
        </p:txBody>
      </p:sp>
      <p:sp>
        <p:nvSpPr>
          <p:cNvPr id="224" name="Shape 222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5" name="Text 223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6" name="Shape 224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9" name="Text 227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31" name="Text 229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2" name="Shape 230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009376" y="6153912"/>
            <a:ext cx="8623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110.3h · 80 subs finalizadas</a:t>
            </a:r>
            <a:endParaRPr lang="en-US" sz="950" dirty="0"/>
          </a:p>
        </p:txBody>
      </p:sp>
      <p:sp>
        <p:nvSpPr>
          <p:cNvPr id="235" name="Text 233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131h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2026-06-15T22:51:38Z</dcterms:created>
  <dcterms:modified xsi:type="dcterms:W3CDTF">2026-06-15T22:51:38Z</dcterms:modified>
</cp:coreProperties>
</file>