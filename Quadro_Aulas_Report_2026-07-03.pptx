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3 de Julho de 2026 as 09:10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4879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85% concluido  .  335 de 393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110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588.1h . Rem: 8h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15556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96% · 110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596.1h (+163.6h / +38%)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1310.7h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120h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+181.7h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1430.7h (+15%)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3778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79232" y="2916936"/>
            <a:ext cx="80913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97%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21535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06/07/2026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13/07/2026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17.9%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11.1%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32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48%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82.1%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13/07/2026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245.6h · 44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335h · 53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2026-07-03T12:10:14Z</dcterms:created>
  <dcterms:modified xsi:type="dcterms:W3CDTF">2026-07-03T12:10:14Z</dcterms:modified>
</cp:coreProperties>
</file>