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24 de Junho de 2026 as 12:22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87068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82% concluido  .  325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12 . Em progresso: 1 . Finalizados: 98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427.5h . Real: 526.8h . Rem: 27.5h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3926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88% · 98 de 111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554.3h (+126.8h / +30%)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Publicação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+3h (+300%)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1251h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1268.4h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139.5h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+156.9h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1407.9h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91067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32515" y="2916936"/>
            <a:ext cx="95585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93%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239204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25/06/2026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02/07/2026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17.4%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11.3%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36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46%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82.6%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#404989 +3h(+300%) [RICARDO FERNANDES CARDOSO]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02/07/2026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+164h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224.2h · 43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8188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2026-06-24T15:22:09Z</dcterms:created>
  <dcterms:modified xsi:type="dcterms:W3CDTF">2026-06-24T15:22:09Z</dcterms:modified>
</cp:coreProperties>
</file>