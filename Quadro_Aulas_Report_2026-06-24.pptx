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24 de Junho de 2026 as 14:32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8706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82% concluido  .  325 de 394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268.8h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68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111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12 . Em progresso: 1 . Finalizados: 98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427.5h . Real: 526.8h . Rem: 27.5h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60870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73% · 8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98 de 111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554.3h (+126.8h / +30%)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1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Publicação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+3h (+300%)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1251h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1268.4h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139.5h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+156.9h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1407.9h (+13%)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691067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132515" y="2916936"/>
            <a:ext cx="955853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02/07/2026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17.4%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11.3%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36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82.6%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#404989 +3h(+300%) [RICARDO FERNANDES CARDOSO]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02/07/2026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131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+164h · Obs +18h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224.2h · 43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9" name="Text 187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93" name="Text 191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7" name="Text 195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201" name="Text 199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5" name="Text 203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9" name="Text 207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1" name="Text 209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5" name="Text 213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8" name="Shape 216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9" name="Text 217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3" name="Text 221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6" name="Shape 224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7" name="Text 225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31" name="Text 229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3" name="Text 231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4" name="Shape 232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11009376" y="6153912"/>
            <a:ext cx="88188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124h · 87 subs finalizadas</a:t>
            </a:r>
            <a:endParaRPr lang="en-US" sz="950" dirty="0"/>
          </a:p>
        </p:txBody>
      </p:sp>
      <p:sp>
        <p:nvSpPr>
          <p:cNvPr id="237" name="Text 235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2026-06-24T17:32:53Z</dcterms:created>
  <dcterms:modified xsi:type="dcterms:W3CDTF">2026-06-24T17:32:53Z</dcterms:modified>
</cp:coreProperties>
</file>