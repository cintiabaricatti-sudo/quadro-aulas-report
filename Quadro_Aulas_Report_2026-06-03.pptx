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17:52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4018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70% concluido  .  242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3 . Finalizados: 80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434.9h . Rem: 30.3h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82% · 80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465.2h (+68.2h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1028h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312.8h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1340.8h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9635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837804" y="2916936"/>
            <a:ext cx="22505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89%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5687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2026-06-03T20:52:10Z</dcterms:created>
  <dcterms:modified xsi:type="dcterms:W3CDTF">2026-06-03T20:52:10Z</dcterms:modified>
</cp:coreProperties>
</file>