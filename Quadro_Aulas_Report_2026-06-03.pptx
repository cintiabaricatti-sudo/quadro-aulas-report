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3 de Junho de 2026 as 13:00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347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240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82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419606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69% concluido  .  240 de 347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98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16 . Em progresso: 4 . Finalizados: 78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397h . Real: 431.9h . Rem: 42.3h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21203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55% · 6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762963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80% · 78 de 98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474.2h (+77.2h / +19%)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63 . Em progresso: 1 . Finalizados: 42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188h . Rem: 282.5h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881482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40% · 42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470.5h (-16.0h / -3%)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1166h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1025h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324.8h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+183.8h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1349.8h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7325599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767047" y="2916936"/>
            <a:ext cx="2321321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88%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01129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05/06/2026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40%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82331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24/06/2026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20.1%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8.9%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15 Sub Bug . 81.3h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79.9%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~16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24/06/2026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84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84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+133h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11922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153.7h · 31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164.5h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269.5h · 45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237.7h · 28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206h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164.5h · 21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2026-06-03T16:00:42Z</dcterms:created>
  <dcterms:modified xsi:type="dcterms:W3CDTF">2026-06-03T16:00:42Z</dcterms:modified>
</cp:coreProperties>
</file>