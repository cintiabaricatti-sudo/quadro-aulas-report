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 de Junho de 2026 as 09:28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240 de 347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4 . Finalizados: 78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431.9h . Rem: 42.3h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76296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80% · 78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474.2h (+77.2h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324.8h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+183.8h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1349.8h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2559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67047" y="2916936"/>
            <a:ext cx="232132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05/06/2026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24/06/2026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84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2026-06-03T12:28:07Z</dcterms:created>
  <dcterms:modified xsi:type="dcterms:W3CDTF">2026-06-03T12:28:07Z</dcterms:modified>
</cp:coreProperties>
</file>