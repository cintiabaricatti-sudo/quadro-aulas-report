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 de Junho de 2026 as 09:14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240 de 347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98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4 . Finalizados: 78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431.9h . Rem: 42.3h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21203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55% · 6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6296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80% · 78 de 98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474.2h (+77.2h / +19%)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42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188h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42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470.5h (-16.0h / -3%)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1166h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1025h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324.8h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+183.8h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1349.8h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325599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767047" y="2916936"/>
            <a:ext cx="2321321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88%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01129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05/06/2026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24/06/2026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20.1%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8.9%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79.9%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24/06/2026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84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84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1922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153.7h · 31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28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206h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2026-06-03T12:14:44Z</dcterms:created>
  <dcterms:modified xsi:type="dcterms:W3CDTF">2026-06-03T12:14:44Z</dcterms:modified>
</cp:coreProperties>
</file>