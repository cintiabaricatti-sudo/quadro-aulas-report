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11:30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240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431.9h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78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474.2h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1349.8h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25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67047" y="2916936"/>
            <a:ext cx="2321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2026-06-03T14:30:06Z</dcterms:created>
  <dcterms:modified xsi:type="dcterms:W3CDTF">2026-06-03T14:30:06Z</dcterms:modified>
</cp:coreProperties>
</file>