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3 de Junho de 2026 as 12:50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347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240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15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82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419606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69% concluido  .  240 de 347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4 Stories · 4 NFT · 59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59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237.5h . Real: 240.2h . Rem: 0h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59 de 59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240.2h (+2.7h / +1%)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 Stories · 3 NFT · 98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16 . Em progresso: 4 . Finalizados: 78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397h . Real: 431.9h . Rem: 42.3h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1212037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55% · 6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176296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80% · 78 de 98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Projetado: 474.2h (+77.2h / +19%)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692561" y="73152"/>
            <a:ext cx="18800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AAAA"/>
                </a:solidFill>
              </a:rPr>
              <a:t>·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6" name="Text 64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16 Stories · 106 itens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63 . Em progresso: 1 . Finalizados: 42</a:t>
            </a:r>
            <a:endParaRPr lang="en-US" sz="750" dirty="0"/>
          </a:p>
        </p:txBody>
      </p:sp>
      <p:sp>
        <p:nvSpPr>
          <p:cNvPr id="72" name="Text 70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486.5h . Real: 188h . Rem: 282.5h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16</a:t>
            </a:r>
            <a:endParaRPr lang="en-US" sz="650" dirty="0"/>
          </a:p>
        </p:txBody>
      </p:sp>
      <p:sp>
        <p:nvSpPr>
          <p:cNvPr id="76" name="Shape 74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811512" y="1033272"/>
            <a:ext cx="881482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40% · 42 de 106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470.5h (-16.0h / -3%)</a:t>
            </a:r>
            <a:endParaRPr lang="en-US" sz="800" dirty="0"/>
          </a:p>
        </p:txBody>
      </p:sp>
      <p:sp>
        <p:nvSpPr>
          <p:cNvPr id="80" name="Shape 78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1" name="Text 79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3" name="Text 81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1166h</a:t>
            </a:r>
            <a:endParaRPr lang="en-US" sz="2400" dirty="0"/>
          </a:p>
        </p:txBody>
      </p:sp>
      <p:sp>
        <p:nvSpPr>
          <p:cNvPr id="84" name="Text 82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5" name="Shape 83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7" name="Text 85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1025h</a:t>
            </a:r>
            <a:endParaRPr lang="en-US" sz="2400" dirty="0"/>
          </a:p>
        </p:txBody>
      </p:sp>
      <p:sp>
        <p:nvSpPr>
          <p:cNvPr id="88" name="Text 86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9" name="Shape 87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1" name="Text 89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324.8h</a:t>
            </a:r>
            <a:endParaRPr lang="en-US" sz="2400" dirty="0"/>
          </a:p>
        </p:txBody>
      </p:sp>
      <p:sp>
        <p:nvSpPr>
          <p:cNvPr id="92" name="Text 90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3" name="Shape 91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5" name="Text 93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+183.8h</a:t>
            </a:r>
            <a:endParaRPr lang="en-US" sz="2400" dirty="0"/>
          </a:p>
        </p:txBody>
      </p:sp>
      <p:sp>
        <p:nvSpPr>
          <p:cNvPr id="96" name="Text 94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1349.8h (+16%)</a:t>
            </a:r>
            <a:endParaRPr lang="en-US" sz="700" dirty="0"/>
          </a:p>
        </p:txBody>
      </p:sp>
      <p:sp>
        <p:nvSpPr>
          <p:cNvPr id="97" name="Shape 95"/>
          <p:cNvSpPr/>
          <p:nvPr/>
        </p:nvSpPr>
        <p:spPr>
          <a:xfrm>
            <a:off x="2441448" y="2916936"/>
            <a:ext cx="7325599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767047" y="2916936"/>
            <a:ext cx="2321321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00" name="Text 98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1" name="Shape 99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88% concluido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291840"/>
            <a:ext cx="4011290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7" name="Text 105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05/06/2026</a:t>
            </a:r>
            <a:endParaRPr lang="en-US" sz="1050" dirty="0"/>
          </a:p>
        </p:txBody>
      </p:sp>
      <p:sp>
        <p:nvSpPr>
          <p:cNvPr id="108" name="Shape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10" name="Text 108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1" name="Shape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4" name="Shape 112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6" name="Shape 114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40% concluido</a:t>
            </a:r>
            <a:endParaRPr lang="en-US" sz="650" dirty="0"/>
          </a:p>
        </p:txBody>
      </p:sp>
      <p:sp>
        <p:nvSpPr>
          <p:cNvPr id="118" name="Shape 116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291840"/>
            <a:ext cx="1823314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2" name="Text 120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24/06/2026</a:t>
            </a:r>
            <a:endParaRPr lang="en-US" sz="1050" dirty="0"/>
          </a:p>
        </p:txBody>
      </p:sp>
      <p:sp>
        <p:nvSpPr>
          <p:cNvPr id="123" name="Shape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6" name="Shape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8" name="Text 126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9" name="Shape 127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30" name="Text 128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1" name="Text 129"/>
          <p:cNvSpPr/>
          <p:nvPr/>
        </p:nvSpPr>
        <p:spPr>
          <a:xfrm>
            <a:off x="253288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20.1%</a:t>
            </a:r>
            <a:endParaRPr lang="en-US" sz="2200" dirty="0"/>
          </a:p>
        </p:txBody>
      </p:sp>
      <p:sp>
        <p:nvSpPr>
          <p:cNvPr id="132" name="Text 130"/>
          <p:cNvSpPr/>
          <p:nvPr/>
        </p:nvSpPr>
        <p:spPr>
          <a:xfrm>
            <a:off x="253288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3" name="Text 131"/>
          <p:cNvSpPr/>
          <p:nvPr/>
        </p:nvSpPr>
        <p:spPr>
          <a:xfrm>
            <a:off x="253288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565708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4852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8.9%</a:t>
            </a:r>
            <a:endParaRPr lang="en-US" sz="2200" dirty="0"/>
          </a:p>
        </p:txBody>
      </p:sp>
      <p:sp>
        <p:nvSpPr>
          <p:cNvPr id="136" name="Text 134"/>
          <p:cNvSpPr/>
          <p:nvPr/>
        </p:nvSpPr>
        <p:spPr>
          <a:xfrm>
            <a:off x="574852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</a:t>
            </a:r>
            <a:endParaRPr lang="en-US" sz="800" dirty="0"/>
          </a:p>
        </p:txBody>
      </p:sp>
      <p:sp>
        <p:nvSpPr>
          <p:cNvPr id="137" name="Text 135"/>
          <p:cNvSpPr/>
          <p:nvPr/>
        </p:nvSpPr>
        <p:spPr>
          <a:xfrm>
            <a:off x="574852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15 Sub Bug . 81.3h realizadas</a:t>
            </a:r>
            <a:endParaRPr lang="en-US" sz="700" dirty="0"/>
          </a:p>
        </p:txBody>
      </p:sp>
      <p:sp>
        <p:nvSpPr>
          <p:cNvPr id="138" name="Shape 136"/>
          <p:cNvSpPr/>
          <p:nvPr/>
        </p:nvSpPr>
        <p:spPr>
          <a:xfrm>
            <a:off x="887272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964168" y="4059936"/>
            <a:ext cx="3032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79.9%</a:t>
            </a:r>
            <a:endParaRPr lang="en-US" sz="2200" dirty="0"/>
          </a:p>
        </p:txBody>
      </p:sp>
      <p:sp>
        <p:nvSpPr>
          <p:cNvPr id="140" name="Text 138"/>
          <p:cNvSpPr/>
          <p:nvPr/>
        </p:nvSpPr>
        <p:spPr>
          <a:xfrm>
            <a:off x="8964168" y="4389120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1" name="Text 139"/>
          <p:cNvSpPr/>
          <p:nvPr/>
        </p:nvSpPr>
        <p:spPr>
          <a:xfrm>
            <a:off x="8964168" y="4553712"/>
            <a:ext cx="3032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2" name="Text 140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3" name="Shape 141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4" name="Text 142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REFINAMENTO PENDENTE</a:t>
            </a:r>
            <a:endParaRPr lang="en-US" sz="700" dirty="0"/>
          </a:p>
        </p:txBody>
      </p:sp>
      <p:sp>
        <p:nvSpPr>
          <p:cNvPr id="145" name="Shape 143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stories</a:t>
            </a:r>
            <a:endParaRPr lang="en-US" sz="650" dirty="0"/>
          </a:p>
        </p:txBody>
      </p:sp>
      <p:sp>
        <p:nvSpPr>
          <p:cNvPr id="147" name="Text 145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3 stories sem subtarefas</a:t>
            </a:r>
            <a:endParaRPr lang="en-US" sz="750" dirty="0"/>
          </a:p>
        </p:txBody>
      </p:sp>
      <p:sp>
        <p:nvSpPr>
          <p:cNvPr id="148" name="Text 146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Redundante · Principal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0" name="Text 148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1" name="Shape 149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~16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3" name="Text 151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Projetado 24/06/2026 · Base 29/05/2026</a:t>
            </a:r>
            <a:endParaRPr lang="en-US" sz="750" dirty="0"/>
          </a:p>
        </p:txBody>
      </p:sp>
      <p:sp>
        <p:nvSpPr>
          <p:cNvPr id="154" name="Text 152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6" name="Text 154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57" name="Shape 155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8" name="Text 156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142.4h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7 SRs no periodo</a:t>
            </a:r>
            <a:endParaRPr lang="en-US" sz="750" dirty="0"/>
          </a:p>
        </p:txBody>
      </p:sp>
      <p:sp>
        <p:nvSpPr>
          <p:cNvPr id="160" name="Text 158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142.4h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2" name="Text 160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3" name="Shape 161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4" name="Text 162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84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5" name="Text 163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84 itens criados pos 01/05</a:t>
            </a:r>
            <a:endParaRPr lang="en-US" sz="750" dirty="0"/>
          </a:p>
        </p:txBody>
      </p:sp>
      <p:sp>
        <p:nvSpPr>
          <p:cNvPr id="166" name="Text 164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+18h · Redund +133h · Obs +7h</a:t>
            </a:r>
            <a:endParaRPr lang="en-US" sz="750" dirty="0"/>
          </a:p>
        </p:txBody>
      </p:sp>
      <p:sp>
        <p:nvSpPr>
          <p:cNvPr id="167" name="Shape 165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2441448" y="5797296"/>
            <a:ext cx="82570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69" name="Shape 167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0780776" y="5797296"/>
            <a:ext cx="1307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1" name="Shape 169"/>
          <p:cNvSpPr/>
          <p:nvPr/>
        </p:nvSpPr>
        <p:spPr>
          <a:xfrm>
            <a:off x="244144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2" name="Text 170"/>
          <p:cNvSpPr/>
          <p:nvPr/>
        </p:nvSpPr>
        <p:spPr>
          <a:xfrm>
            <a:off x="249631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3" name="Shape 171"/>
          <p:cNvSpPr/>
          <p:nvPr/>
        </p:nvSpPr>
        <p:spPr>
          <a:xfrm>
            <a:off x="249631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>
            <a:off x="2496312" y="6153912"/>
            <a:ext cx="111922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249631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153.7h · 31 subs finalizadas</a:t>
            </a:r>
            <a:endParaRPr lang="en-US" sz="950" dirty="0"/>
          </a:p>
        </p:txBody>
      </p:sp>
      <p:sp>
        <p:nvSpPr>
          <p:cNvPr id="176" name="Text 174"/>
          <p:cNvSpPr/>
          <p:nvPr/>
        </p:nvSpPr>
        <p:spPr>
          <a:xfrm>
            <a:off x="249631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164.5h estimadas</a:t>
            </a:r>
            <a:endParaRPr lang="en-US" sz="850" dirty="0"/>
          </a:p>
        </p:txBody>
      </p:sp>
      <p:sp>
        <p:nvSpPr>
          <p:cNvPr id="177" name="Shape 175"/>
          <p:cNvSpPr/>
          <p:nvPr/>
        </p:nvSpPr>
        <p:spPr>
          <a:xfrm>
            <a:off x="383133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8" name="Text 176"/>
          <p:cNvSpPr/>
          <p:nvPr/>
        </p:nvSpPr>
        <p:spPr>
          <a:xfrm>
            <a:off x="388620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79" name="Shape 177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886200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388620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269.5h · 45 subs finalizadas</a:t>
            </a:r>
            <a:endParaRPr lang="en-US" sz="950" dirty="0"/>
          </a:p>
        </p:txBody>
      </p:sp>
      <p:sp>
        <p:nvSpPr>
          <p:cNvPr id="182" name="Text 180"/>
          <p:cNvSpPr/>
          <p:nvPr/>
        </p:nvSpPr>
        <p:spPr>
          <a:xfrm>
            <a:off x="388620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151.5h estimadas</a:t>
            </a:r>
            <a:endParaRPr lang="en-US" sz="850" dirty="0"/>
          </a:p>
        </p:txBody>
      </p:sp>
      <p:sp>
        <p:nvSpPr>
          <p:cNvPr id="183" name="Shape 181"/>
          <p:cNvSpPr/>
          <p:nvPr/>
        </p:nvSpPr>
        <p:spPr>
          <a:xfrm>
            <a:off x="5221224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4" name="Text 182"/>
          <p:cNvSpPr/>
          <p:nvPr/>
        </p:nvSpPr>
        <p:spPr>
          <a:xfrm>
            <a:off x="5276088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85" name="Shape 183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5276088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5276088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237.7h · 28 subs finalizadas</a:t>
            </a:r>
            <a:endParaRPr lang="en-US" sz="950" dirty="0"/>
          </a:p>
        </p:txBody>
      </p:sp>
      <p:sp>
        <p:nvSpPr>
          <p:cNvPr id="188" name="Text 186"/>
          <p:cNvSpPr/>
          <p:nvPr/>
        </p:nvSpPr>
        <p:spPr>
          <a:xfrm>
            <a:off x="5276088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206h estimadas</a:t>
            </a:r>
            <a:endParaRPr lang="en-US" sz="850" dirty="0"/>
          </a:p>
        </p:txBody>
      </p:sp>
      <p:sp>
        <p:nvSpPr>
          <p:cNvPr id="189" name="Shape 187"/>
          <p:cNvSpPr/>
          <p:nvPr/>
        </p:nvSpPr>
        <p:spPr>
          <a:xfrm>
            <a:off x="6611112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0" name="Text 188"/>
          <p:cNvSpPr/>
          <p:nvPr/>
        </p:nvSpPr>
        <p:spPr>
          <a:xfrm>
            <a:off x="6665976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191" name="Shape 189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6665976" y="6153912"/>
            <a:ext cx="1197864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6665976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65.5h · 17 subs finalizadas</a:t>
            </a:r>
            <a:endParaRPr lang="en-US" sz="950" dirty="0"/>
          </a:p>
        </p:txBody>
      </p:sp>
      <p:sp>
        <p:nvSpPr>
          <p:cNvPr id="194" name="Text 192"/>
          <p:cNvSpPr/>
          <p:nvPr/>
        </p:nvSpPr>
        <p:spPr>
          <a:xfrm>
            <a:off x="6665976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34h estimadas</a:t>
            </a:r>
            <a:endParaRPr lang="en-US" sz="850" dirty="0"/>
          </a:p>
        </p:txBody>
      </p:sp>
      <p:sp>
        <p:nvSpPr>
          <p:cNvPr id="195" name="Shape 193"/>
          <p:cNvSpPr/>
          <p:nvPr/>
        </p:nvSpPr>
        <p:spPr>
          <a:xfrm>
            <a:off x="8001000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6" name="Text 194"/>
          <p:cNvSpPr/>
          <p:nvPr/>
        </p:nvSpPr>
        <p:spPr>
          <a:xfrm>
            <a:off x="8055864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197" name="Shape 195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8055864" y="6153912"/>
            <a:ext cx="1197864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8055864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164.5h · 21 subs finalizadas</a:t>
            </a:r>
            <a:endParaRPr lang="en-US" sz="950" dirty="0"/>
          </a:p>
        </p:txBody>
      </p:sp>
      <p:sp>
        <p:nvSpPr>
          <p:cNvPr id="200" name="Text 198"/>
          <p:cNvSpPr/>
          <p:nvPr/>
        </p:nvSpPr>
        <p:spPr>
          <a:xfrm>
            <a:off x="8055864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164h estimadas</a:t>
            </a:r>
            <a:endParaRPr lang="en-US" sz="850" dirty="0"/>
          </a:p>
        </p:txBody>
      </p:sp>
      <p:sp>
        <p:nvSpPr>
          <p:cNvPr id="201" name="Shape 199"/>
          <p:cNvSpPr/>
          <p:nvPr/>
        </p:nvSpPr>
        <p:spPr>
          <a:xfrm>
            <a:off x="9390888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2" name="Text 200"/>
          <p:cNvSpPr/>
          <p:nvPr/>
        </p:nvSpPr>
        <p:spPr>
          <a:xfrm>
            <a:off x="9445752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03" name="Shape 201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9445752" y="6153912"/>
            <a:ext cx="119786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9445752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06" name="Text 204"/>
          <p:cNvSpPr/>
          <p:nvPr/>
        </p:nvSpPr>
        <p:spPr>
          <a:xfrm>
            <a:off x="9445752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07" name="Shape 205"/>
          <p:cNvSpPr/>
          <p:nvPr/>
        </p:nvSpPr>
        <p:spPr>
          <a:xfrm>
            <a:off x="10780776" y="5879592"/>
            <a:ext cx="1307592" cy="9418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8" name="Text 206"/>
          <p:cNvSpPr/>
          <p:nvPr/>
        </p:nvSpPr>
        <p:spPr>
          <a:xfrm>
            <a:off x="10835640" y="5952744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09" name="Shape 207"/>
          <p:cNvSpPr/>
          <p:nvPr/>
        </p:nvSpPr>
        <p:spPr>
          <a:xfrm>
            <a:off x="10835640" y="6153912"/>
            <a:ext cx="1197864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>
            <a:off x="10835640" y="6153912"/>
            <a:ext cx="86000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1" name="Text 209"/>
          <p:cNvSpPr/>
          <p:nvPr/>
        </p:nvSpPr>
        <p:spPr>
          <a:xfrm>
            <a:off x="10835640" y="6245352"/>
            <a:ext cx="1197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28h · 5 subs finalizadas</a:t>
            </a:r>
            <a:endParaRPr lang="en-US" sz="950" dirty="0"/>
          </a:p>
        </p:txBody>
      </p:sp>
      <p:sp>
        <p:nvSpPr>
          <p:cNvPr id="212" name="Text 210"/>
          <p:cNvSpPr/>
          <p:nvPr/>
        </p:nvSpPr>
        <p:spPr>
          <a:xfrm>
            <a:off x="10835640" y="6464808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39h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2026-06-03T15:50:35Z</dcterms:created>
  <dcterms:modified xsi:type="dcterms:W3CDTF">2026-06-03T15:50:35Z</dcterms:modified>
</cp:coreProperties>
</file>