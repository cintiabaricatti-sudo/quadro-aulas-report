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13:34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241 de 348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99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79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401h . Real: 435.9h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79 de 99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478.2h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1170h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1029h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1353.8h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32457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73905" y="2916936"/>
            <a:ext cx="2314463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20.0%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8.8%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80.0%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85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85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+137h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2026-06-03T16:34:12Z</dcterms:created>
  <dcterms:modified xsi:type="dcterms:W3CDTF">2026-06-03T16:34:12Z</dcterms:modified>
</cp:coreProperties>
</file>