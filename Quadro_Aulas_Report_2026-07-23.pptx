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23 de Julho de 2026 as 09:31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203682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99% concluido  .  339 de 344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112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596.6h . Rem: 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5963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98% · 112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599.6h (+167.1h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92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371.5h . Real: 247.8h . Rem: 0h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0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92 de 92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247.8h (-123.7h / -33%)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1121h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1335.4h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1339.4h (+19%)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961811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2059558" y="2916936"/>
            <a:ext cx="2881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24/07/2026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100%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24/07/2026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18.5%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11.2%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34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56%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81.5%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~0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24/07/2026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129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129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251.1h · 46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16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2026-07-23T12:31:02Z</dcterms:created>
  <dcterms:modified xsi:type="dcterms:W3CDTF">2026-07-23T12:31:02Z</dcterms:modified>
</cp:coreProperties>
</file>