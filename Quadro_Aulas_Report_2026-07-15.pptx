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15 de Julho de 2026 as 09:37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6936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86% concluido  .  338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1 . Finalizados: 111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593.6h . Rem: 5.5h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3759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97% · 111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599.1h (+166.6h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1349.4h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117.5h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+217.9h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1466.9h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74193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15641" y="2916936"/>
            <a:ext cx="772727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16/07/2026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23/07/2026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17.7%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35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50%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82.3%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23/07/2026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248.1h · 45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2026-07-15T12:37:00Z</dcterms:created>
  <dcterms:modified xsi:type="dcterms:W3CDTF">2026-07-15T12:37:00Z</dcterms:modified>
</cp:coreProperties>
</file>