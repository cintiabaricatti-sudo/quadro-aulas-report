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 de Julho de 2026 as 19:33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335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4879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85% concluido  .  335 de 393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71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70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294.3h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70 de 71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295.3h (+21.3h / +8%)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110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432.5h . Real: 588.1h . Rem: 8h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115556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96% · 110 de 114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596.1h (+163.6h / +38%)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 NFT · 124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92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499.5h . Real: 264.8h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18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30741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92 de 124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375.8h (-123.7h / -25%)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1310.7h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120h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+181.7h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1430.7h (+15%)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83778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279232" y="2916936"/>
            <a:ext cx="80913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97%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421535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02/07/2026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74%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7313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09/07/2026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17.9%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11.1%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33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48%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82.1%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09/07/2026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130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+169h · Obs +20h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245.6h · 44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335h · 53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168h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544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124.5h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2026-07-01T22:33:04Z</dcterms:created>
  <dcterms:modified xsi:type="dcterms:W3CDTF">2026-07-01T22:33:04Z</dcterms:modified>
</cp:coreProperties>
</file>