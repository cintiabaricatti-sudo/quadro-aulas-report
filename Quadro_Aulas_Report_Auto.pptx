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30 de Maio de 2026 as 20:31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344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216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24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100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296162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63% concluido  .  216 de 344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4 Stories · 4 NFT · 59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59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237.5h . Real: 240.2h . Rem: 0h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59 de 59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240.2h (+2.7h / +1%)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 Stories · 3 NFT · 78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9 . Em progresso: 1 . Finalizados: 68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348.5h . Real: 407.4h . Rem: 17.5h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991667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45% · 5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917222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87% · 68 de 78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97706"/>
                </a:solidFill>
              </a:rPr>
              <a:t>Projetado: 424.9h (+76.4h / +22%)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692561" y="73152"/>
            <a:ext cx="18800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AAAA"/>
                </a:solidFill>
              </a:rPr>
              <a:t>·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16 Stories · 106 itens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71 . Em progresso: 5 . Finalizados: 30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486.5h . Real: 131h . Rem: 349h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16</a:t>
            </a:r>
            <a:endParaRPr lang="en-US" sz="650" dirty="0"/>
          </a:p>
        </p:txBody>
      </p:sp>
      <p:sp>
        <p:nvSpPr>
          <p:cNvPr id="76" name="Shape 74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11512" y="1033272"/>
            <a:ext cx="617037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28% · 30 de 106</a:t>
            </a:r>
            <a:endParaRPr lang="en-US" sz="650" dirty="0"/>
          </a:p>
        </p:txBody>
      </p:sp>
      <p:sp>
        <p:nvSpPr>
          <p:cNvPr id="79" name="Text 77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480h (-6.5h / -1%)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1165.5h</a:t>
            </a:r>
            <a:endParaRPr lang="en-US" sz="2400" dirty="0"/>
          </a:p>
        </p:txBody>
      </p:sp>
      <p:sp>
        <p:nvSpPr>
          <p:cNvPr id="84" name="Text 82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943.3h</a:t>
            </a:r>
            <a:endParaRPr lang="en-US" sz="2400" dirty="0"/>
          </a:p>
        </p:txBody>
      </p:sp>
      <p:sp>
        <p:nvSpPr>
          <p:cNvPr id="88" name="Text 86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414.5h</a:t>
            </a:r>
            <a:endParaRPr lang="en-US" sz="2400" dirty="0"/>
          </a:p>
        </p:txBody>
      </p:sp>
      <p:sp>
        <p:nvSpPr>
          <p:cNvPr id="92" name="Text 90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+192.3h</a:t>
            </a:r>
            <a:endParaRPr lang="en-US" sz="2400" dirty="0"/>
          </a:p>
        </p:txBody>
      </p:sp>
      <p:sp>
        <p:nvSpPr>
          <p:cNvPr id="96" name="Text 94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1357.8h (+16%)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2441448" y="2916936"/>
            <a:ext cx="6701974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143422" y="2916936"/>
            <a:ext cx="2944946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0" name="Text 98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93% concluido</a:t>
            </a:r>
            <a:endParaRPr lang="en-US" sz="650" dirty="0"/>
          </a:p>
        </p:txBody>
      </p:sp>
      <p:sp>
        <p:nvSpPr>
          <p:cNvPr id="103" name="Shape 101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291840"/>
            <a:ext cx="4239204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7" name="Text 105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03/06/2026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5" name="Text 113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6" name="Shape 114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28% concluido</a:t>
            </a:r>
            <a:endParaRPr lang="en-US" sz="650" dirty="0"/>
          </a:p>
        </p:txBody>
      </p:sp>
      <p:sp>
        <p:nvSpPr>
          <p:cNvPr id="118" name="Shape 116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291840"/>
            <a:ext cx="1276320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2" name="Text 120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25/06/2026</a:t>
            </a:r>
            <a:endParaRPr lang="en-US" sz="1050" dirty="0"/>
          </a:p>
        </p:txBody>
      </p:sp>
      <p:sp>
        <p:nvSpPr>
          <p:cNvPr id="123" name="Shape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1" name="Text 129"/>
          <p:cNvSpPr/>
          <p:nvPr/>
        </p:nvSpPr>
        <p:spPr>
          <a:xfrm>
            <a:off x="253288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22.4%</a:t>
            </a:r>
            <a:endParaRPr lang="en-US" sz="2200" dirty="0"/>
          </a:p>
        </p:txBody>
      </p:sp>
      <p:sp>
        <p:nvSpPr>
          <p:cNvPr id="132" name="Text 130"/>
          <p:cNvSpPr/>
          <p:nvPr/>
        </p:nvSpPr>
        <p:spPr>
          <a:xfrm>
            <a:off x="253288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3" name="Text 131"/>
          <p:cNvSpPr/>
          <p:nvPr/>
        </p:nvSpPr>
        <p:spPr>
          <a:xfrm>
            <a:off x="253288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4" name="Shape 132"/>
          <p:cNvSpPr/>
          <p:nvPr/>
        </p:nvSpPr>
        <p:spPr>
          <a:xfrm>
            <a:off x="565708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574852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9.2%</a:t>
            </a:r>
            <a:endParaRPr lang="en-US" sz="2200" dirty="0"/>
          </a:p>
        </p:txBody>
      </p:sp>
      <p:sp>
        <p:nvSpPr>
          <p:cNvPr id="136" name="Text 134"/>
          <p:cNvSpPr/>
          <p:nvPr/>
        </p:nvSpPr>
        <p:spPr>
          <a:xfrm>
            <a:off x="574852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</a:t>
            </a:r>
            <a:endParaRPr lang="en-US" sz="800" dirty="0"/>
          </a:p>
        </p:txBody>
      </p:sp>
      <p:sp>
        <p:nvSpPr>
          <p:cNvPr id="137" name="Text 135"/>
          <p:cNvSpPr/>
          <p:nvPr/>
        </p:nvSpPr>
        <p:spPr>
          <a:xfrm>
            <a:off x="574852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14 Sub Bug . 78.3h realizadas</a:t>
            </a:r>
            <a:endParaRPr lang="en-US" sz="700" dirty="0"/>
          </a:p>
        </p:txBody>
      </p:sp>
      <p:sp>
        <p:nvSpPr>
          <p:cNvPr id="138" name="Shape 136"/>
          <p:cNvSpPr/>
          <p:nvPr/>
        </p:nvSpPr>
        <p:spPr>
          <a:xfrm>
            <a:off x="887272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896416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77.6%</a:t>
            </a:r>
            <a:endParaRPr lang="en-US" sz="2200" dirty="0"/>
          </a:p>
        </p:txBody>
      </p:sp>
      <p:sp>
        <p:nvSpPr>
          <p:cNvPr id="140" name="Text 138"/>
          <p:cNvSpPr/>
          <p:nvPr/>
        </p:nvSpPr>
        <p:spPr>
          <a:xfrm>
            <a:off x="896416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1" name="Text 139"/>
          <p:cNvSpPr/>
          <p:nvPr/>
        </p:nvSpPr>
        <p:spPr>
          <a:xfrm>
            <a:off x="896416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2" name="Text 140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3" name="Shape 141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REFINAMENTO PENDENTE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3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stories</a:t>
            </a:r>
            <a:endParaRPr lang="en-US" sz="650" dirty="0"/>
          </a:p>
        </p:txBody>
      </p:sp>
      <p:sp>
        <p:nvSpPr>
          <p:cNvPr id="147" name="Text 145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3 stories sem subtarefas</a:t>
            </a:r>
            <a:endParaRPr lang="en-US" sz="750" dirty="0"/>
          </a:p>
        </p:txBody>
      </p:sp>
      <p:sp>
        <p:nvSpPr>
          <p:cNvPr id="148" name="Text 146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Redundante · Principal</a:t>
            </a:r>
            <a:endParaRPr lang="en-US" sz="750" dirty="0"/>
          </a:p>
        </p:txBody>
      </p:sp>
      <p:sp>
        <p:nvSpPr>
          <p:cNvPr id="149" name="Shape 147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0" name="Text 148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1" name="Shape 149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~25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3" name="Text 151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Projetado 25/06/2026 · Base 29/05/2026</a:t>
            </a:r>
            <a:endParaRPr lang="en-US" sz="750" dirty="0"/>
          </a:p>
        </p:txBody>
      </p:sp>
      <p:sp>
        <p:nvSpPr>
          <p:cNvPr id="154" name="Text 152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5" name="Shape 153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6" name="Text 154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57" name="Shape 155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140.4h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59" name="Text 157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7 SRs no periodo</a:t>
            </a:r>
            <a:endParaRPr lang="en-US" sz="750" dirty="0"/>
          </a:p>
        </p:txBody>
      </p:sp>
      <p:sp>
        <p:nvSpPr>
          <p:cNvPr id="160" name="Text 158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140.4h</a:t>
            </a:r>
            <a:endParaRPr lang="en-US" sz="750" dirty="0"/>
          </a:p>
        </p:txBody>
      </p:sp>
      <p:sp>
        <p:nvSpPr>
          <p:cNvPr id="161" name="Shape 159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2" name="Text 160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3" name="Shape 161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81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5" name="Text 163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81 itens criados pos 01/05</a:t>
            </a:r>
            <a:endParaRPr lang="en-US" sz="750" dirty="0"/>
          </a:p>
        </p:txBody>
      </p:sp>
      <p:sp>
        <p:nvSpPr>
          <p:cNvPr id="166" name="Text 164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+18h · Redund +84h · Obs +7h</a:t>
            </a:r>
            <a:endParaRPr lang="en-US" sz="750" dirty="0"/>
          </a:p>
        </p:txBody>
      </p:sp>
      <p:sp>
        <p:nvSpPr>
          <p:cNvPr id="167" name="Shape 165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69" name="Shape 167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1" name="Shape 169"/>
          <p:cNvSpPr/>
          <p:nvPr/>
        </p:nvSpPr>
        <p:spPr>
          <a:xfrm>
            <a:off x="244144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2" name="Text 170"/>
          <p:cNvSpPr/>
          <p:nvPr/>
        </p:nvSpPr>
        <p:spPr>
          <a:xfrm>
            <a:off x="249631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3" name="Shape 171"/>
          <p:cNvSpPr/>
          <p:nvPr/>
        </p:nvSpPr>
        <p:spPr>
          <a:xfrm>
            <a:off x="249631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496312" y="6153912"/>
            <a:ext cx="1088759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49631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142.7h · 26 subs finalizadas</a:t>
            </a:r>
            <a:endParaRPr lang="en-US" sz="950" dirty="0"/>
          </a:p>
        </p:txBody>
      </p:sp>
      <p:sp>
        <p:nvSpPr>
          <p:cNvPr id="176" name="Text 174"/>
          <p:cNvSpPr/>
          <p:nvPr/>
        </p:nvSpPr>
        <p:spPr>
          <a:xfrm>
            <a:off x="249631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157h estimadas</a:t>
            </a:r>
            <a:endParaRPr lang="en-US" sz="850" dirty="0"/>
          </a:p>
        </p:txBody>
      </p:sp>
      <p:sp>
        <p:nvSpPr>
          <p:cNvPr id="177" name="Shape 175"/>
          <p:cNvSpPr/>
          <p:nvPr/>
        </p:nvSpPr>
        <p:spPr>
          <a:xfrm>
            <a:off x="383133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8" name="Text 176"/>
          <p:cNvSpPr/>
          <p:nvPr/>
        </p:nvSpPr>
        <p:spPr>
          <a:xfrm>
            <a:off x="388620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79" name="Shape 177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388620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264.5h · 43 subs finalizadas</a:t>
            </a:r>
            <a:endParaRPr lang="en-US" sz="950" dirty="0"/>
          </a:p>
        </p:txBody>
      </p:sp>
      <p:sp>
        <p:nvSpPr>
          <p:cNvPr id="182" name="Text 180"/>
          <p:cNvSpPr/>
          <p:nvPr/>
        </p:nvSpPr>
        <p:spPr>
          <a:xfrm>
            <a:off x="388620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139.5h estimadas</a:t>
            </a:r>
            <a:endParaRPr lang="en-US" sz="850" dirty="0"/>
          </a:p>
        </p:txBody>
      </p:sp>
      <p:sp>
        <p:nvSpPr>
          <p:cNvPr id="183" name="Shape 181"/>
          <p:cNvSpPr/>
          <p:nvPr/>
        </p:nvSpPr>
        <p:spPr>
          <a:xfrm>
            <a:off x="5221224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4" name="Text 182"/>
          <p:cNvSpPr/>
          <p:nvPr/>
        </p:nvSpPr>
        <p:spPr>
          <a:xfrm>
            <a:off x="5276088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85" name="Shape 183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5276088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230.5h · 27 subs finalizadas</a:t>
            </a:r>
            <a:endParaRPr lang="en-US" sz="950" dirty="0"/>
          </a:p>
        </p:txBody>
      </p:sp>
      <p:sp>
        <p:nvSpPr>
          <p:cNvPr id="188" name="Text 186"/>
          <p:cNvSpPr/>
          <p:nvPr/>
        </p:nvSpPr>
        <p:spPr>
          <a:xfrm>
            <a:off x="5276088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188h estimadas</a:t>
            </a:r>
            <a:endParaRPr lang="en-US" sz="850" dirty="0"/>
          </a:p>
        </p:txBody>
      </p:sp>
      <p:sp>
        <p:nvSpPr>
          <p:cNvPr id="189" name="Shape 187"/>
          <p:cNvSpPr/>
          <p:nvPr/>
        </p:nvSpPr>
        <p:spPr>
          <a:xfrm>
            <a:off x="6611112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0" name="Text 188"/>
          <p:cNvSpPr/>
          <p:nvPr/>
        </p:nvSpPr>
        <p:spPr>
          <a:xfrm>
            <a:off x="6665976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191" name="Shape 189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6665976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65.5h · 17 subs finalizadas</a:t>
            </a:r>
            <a:endParaRPr lang="en-US" sz="950" dirty="0"/>
          </a:p>
        </p:txBody>
      </p:sp>
      <p:sp>
        <p:nvSpPr>
          <p:cNvPr id="194" name="Text 192"/>
          <p:cNvSpPr/>
          <p:nvPr/>
        </p:nvSpPr>
        <p:spPr>
          <a:xfrm>
            <a:off x="6665976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34h estimadas</a:t>
            </a:r>
            <a:endParaRPr lang="en-US" sz="850" dirty="0"/>
          </a:p>
        </p:txBody>
      </p:sp>
      <p:sp>
        <p:nvSpPr>
          <p:cNvPr id="195" name="Shape 193"/>
          <p:cNvSpPr/>
          <p:nvPr/>
        </p:nvSpPr>
        <p:spPr>
          <a:xfrm>
            <a:off x="8001000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6" name="Text 194"/>
          <p:cNvSpPr/>
          <p:nvPr/>
        </p:nvSpPr>
        <p:spPr>
          <a:xfrm>
            <a:off x="8055864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197" name="Shape 195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8055864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94h · 8 subs finalizadas</a:t>
            </a:r>
            <a:endParaRPr lang="en-US" sz="950" dirty="0"/>
          </a:p>
        </p:txBody>
      </p:sp>
      <p:sp>
        <p:nvSpPr>
          <p:cNvPr id="200" name="Text 198"/>
          <p:cNvSpPr/>
          <p:nvPr/>
        </p:nvSpPr>
        <p:spPr>
          <a:xfrm>
            <a:off x="8055864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82h estimadas</a:t>
            </a:r>
            <a:endParaRPr lang="en-US" sz="850" dirty="0"/>
          </a:p>
        </p:txBody>
      </p:sp>
      <p:sp>
        <p:nvSpPr>
          <p:cNvPr id="201" name="Shape 199"/>
          <p:cNvSpPr/>
          <p:nvPr/>
        </p:nvSpPr>
        <p:spPr>
          <a:xfrm>
            <a:off x="939088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2" name="Text 200"/>
          <p:cNvSpPr/>
          <p:nvPr/>
        </p:nvSpPr>
        <p:spPr>
          <a:xfrm>
            <a:off x="944575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03" name="Shape 201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944575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06" name="Text 204"/>
          <p:cNvSpPr/>
          <p:nvPr/>
        </p:nvSpPr>
        <p:spPr>
          <a:xfrm>
            <a:off x="944575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07" name="Shape 205"/>
          <p:cNvSpPr/>
          <p:nvPr/>
        </p:nvSpPr>
        <p:spPr>
          <a:xfrm>
            <a:off x="1078077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8" name="Text 206"/>
          <p:cNvSpPr/>
          <p:nvPr/>
        </p:nvSpPr>
        <p:spPr>
          <a:xfrm>
            <a:off x="1083564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09" name="Shape 207"/>
          <p:cNvSpPr/>
          <p:nvPr/>
        </p:nvSpPr>
        <p:spPr>
          <a:xfrm>
            <a:off x="1083564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10835640" y="6153912"/>
            <a:ext cx="86000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1083564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28h · 5 subs finalizadas</a:t>
            </a:r>
            <a:endParaRPr lang="en-US" sz="950" dirty="0"/>
          </a:p>
        </p:txBody>
      </p:sp>
      <p:sp>
        <p:nvSpPr>
          <p:cNvPr id="212" name="Text 210"/>
          <p:cNvSpPr/>
          <p:nvPr/>
        </p:nvSpPr>
        <p:spPr>
          <a:xfrm>
            <a:off x="1083564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39h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2026-05-30T23:31:04Z</dcterms:created>
  <dcterms:modified xsi:type="dcterms:W3CDTF">2026-05-30T23:31:04Z</dcterms:modified>
</cp:coreProperties>
</file>