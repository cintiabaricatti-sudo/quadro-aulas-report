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Junho de 2026 as 12:20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99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217 de 343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96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25 . Em progresso: 1 . Finalizados: 70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408.7h . Rem: 65h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70 de 96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473.7h (+75.7h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1357.3h (+17%)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444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5890" y="2916936"/>
            <a:ext cx="294247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26/06/2026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80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147.5h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2026-06-01T15:20:33Z</dcterms:created>
  <dcterms:modified xsi:type="dcterms:W3CDTF">2026-06-01T15:20:33Z</dcterms:modified>
</cp:coreProperties>
</file>