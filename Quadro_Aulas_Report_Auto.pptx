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30 de Maio de 2026 as 20:55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216 de 344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78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9 . Em progresso: 1 . Finalizados: 68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348.5h . Real: 407.4h . Rem: 17.5h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17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87% · 68 de 78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424.9h (+76.4h / +22%)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197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3422" y="2916936"/>
            <a:ext cx="294494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81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+84h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139.5h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2026-05-30T23:55:27Z</dcterms:created>
  <dcterms:modified xsi:type="dcterms:W3CDTF">2026-05-30T23:55:27Z</dcterms:modified>
</cp:coreProperties>
</file>