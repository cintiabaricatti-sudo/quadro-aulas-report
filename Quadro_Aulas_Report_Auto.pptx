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30 de Maio de 2026 as 21:46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216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24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296162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63% concluido  .  216 de 344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4 Stories · 4 NFT · 59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59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237.5h . Real: 240.2h . Rem: 0h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59 de 59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240.2h (+2.7h / +1%)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8 Stories · 3 NFT · 78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9 . Em progresso: 1 . Finalizados: 68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348.5h . Real: 407.4h . Rem: 17.5h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991667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45% · 5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91722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87% · 68 de 78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424.9h (+76.4h / +22%)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16 Stories · 106 itens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71 . Em progresso: 5 . Finalizados: 30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486.5h . Real: 131h . Rem: 349h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16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1033272"/>
            <a:ext cx="617037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28% · 30 de 106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480h (-6.5h / -1%)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1165.5h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943.3h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414.5h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+192.3h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1357.8h (+16%)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441448" y="2916936"/>
            <a:ext cx="670197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3422" y="2916936"/>
            <a:ext cx="294494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93% concluido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291840"/>
            <a:ext cx="4239204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03/06/2026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28% concluido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291840"/>
            <a:ext cx="127632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25/06/2026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0" name="Text 128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22.4%</a:t>
            </a:r>
            <a:endParaRPr lang="en-US" sz="2200" dirty="0"/>
          </a:p>
        </p:txBody>
      </p:sp>
      <p:sp>
        <p:nvSpPr>
          <p:cNvPr id="132" name="Text 130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9.2%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14 Sub Bug . 78.3h realizadas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77.6%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REFINAMENTO PENDENTE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stories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3 stories sem subtarefas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Redundante · Principal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0" name="Text 148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~25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25/06/2026 · Base 29/05/2026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140.4h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140.4h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81 itens criados pos 01/05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+18h · Redund +84h · Obs +7h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496312" y="6153912"/>
            <a:ext cx="1088759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142.7h · 26 subs finalizadas</a:t>
            </a:r>
            <a:endParaRPr lang="en-US" sz="950" dirty="0"/>
          </a:p>
        </p:txBody>
      </p:sp>
      <p:sp>
        <p:nvSpPr>
          <p:cNvPr id="176" name="Text 174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157h estimadas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8" name="Text 176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264.5h · 43 subs finalizadas</a:t>
            </a:r>
            <a:endParaRPr lang="en-US" sz="950" dirty="0"/>
          </a:p>
        </p:txBody>
      </p:sp>
      <p:sp>
        <p:nvSpPr>
          <p:cNvPr id="182" name="Text 180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139.5h estimadas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4" name="Text 182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230.5h · 27 subs finalizadas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188h estimadas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65.5h · 17 subs finalizadas</a:t>
            </a:r>
            <a:endParaRPr lang="en-US" sz="950" dirty="0"/>
          </a:p>
        </p:txBody>
      </p:sp>
      <p:sp>
        <p:nvSpPr>
          <p:cNvPr id="194" name="Text 192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34h estimadas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197" name="Shape 195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94h · 8 subs finalizadas</a:t>
            </a:r>
            <a:endParaRPr lang="en-US" sz="950" dirty="0"/>
          </a:p>
        </p:txBody>
      </p:sp>
      <p:sp>
        <p:nvSpPr>
          <p:cNvPr id="200" name="Text 198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82h estimadas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06" name="Text 204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8" name="Text 206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35640" y="6153912"/>
            <a:ext cx="86000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28h · 5 subs finalizadas</a:t>
            </a:r>
            <a:endParaRPr lang="en-US" sz="950" dirty="0"/>
          </a:p>
        </p:txBody>
      </p:sp>
      <p:sp>
        <p:nvSpPr>
          <p:cNvPr id="212" name="Text 210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39h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2026-05-31T00:46:54Z</dcterms:created>
  <dcterms:modified xsi:type="dcterms:W3CDTF">2026-05-31T00:46:54Z</dcterms:modified>
</cp:coreProperties>
</file>