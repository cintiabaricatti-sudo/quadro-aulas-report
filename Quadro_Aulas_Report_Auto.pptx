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30 de Maio de 2026 as 23:34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344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216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24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100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29616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63% concluido  .  216 de 344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78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9 . Em progresso: 1 . Finalizados: 68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348.5h . Real: 407.4h . Rem: 17.5h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99166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45% · 5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17222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87% · 68 de 78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424.9h (+76.4h / +22%)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71 . Em progresso: 5 . Finalizados: 30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131h . Rem: 349h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617037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28% · 30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480h (-6.5h / -1%)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1165.5h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943.3h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414.5h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+192.3h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1357.8h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6701974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143422" y="2916936"/>
            <a:ext cx="2944946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93%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239204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03/06/2026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28%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276320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25/06/2026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22.4%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9.2%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14 Sub Bug . 78.3h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77.6%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~25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25/06/2026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140.4h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140.4h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81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+84h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088759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142.7h · 26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264.5h · 43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139.5h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230.5h · 27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188h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94h · 8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82h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2026-05-31T02:34:37Z</dcterms:created>
  <dcterms:modified xsi:type="dcterms:W3CDTF">2026-05-31T02:34:37Z</dcterms:modified>
</cp:coreProperties>
</file>