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Junho de 2026 as 19:13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91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230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23 . Em progresso: 2 . Finalizados: 71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418.7h . Rem: 54h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3074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71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472.7h (+74.7h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1010.3h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336.5h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1346.8h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366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78071" y="2916936"/>
            <a:ext cx="24102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22/06/2026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21.1%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8.7%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78.9%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22/06/2026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267.5h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232.5h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2026-06-01T22:13:30Z</dcterms:created>
  <dcterms:modified xsi:type="dcterms:W3CDTF">2026-06-01T22:13:30Z</dcterms:modified>
</cp:coreProperties>
</file>