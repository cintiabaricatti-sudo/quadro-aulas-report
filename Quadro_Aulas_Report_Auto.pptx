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 de Junho de 2026 as 08:32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347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1960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69% concluido  .  240 de 347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4 . Finalizados: 78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431.9h . Rem: 42.3h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76296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80% · 78 de 98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474.2h (+77.2h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1166h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324.8h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+183.8h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1349.8h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25599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67047" y="2916936"/>
            <a:ext cx="2321321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88%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1129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05/06/2026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24/06/2026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8.9%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24/06/2026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84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84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2026-06-03T11:32:11Z</dcterms:created>
  <dcterms:modified xsi:type="dcterms:W3CDTF">2026-06-03T11:32:11Z</dcterms:modified>
</cp:coreProperties>
</file>