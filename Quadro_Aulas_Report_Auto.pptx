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 de Junho de 2026 as 10:27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346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231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7845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67% concluido  .  231 de 346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21 . Em progresso: 5 . Finalizados: 72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398h . Real: 424.9h . Rem: 46.8h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72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471.7h (+73.7h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1167h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1016.5h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331.3h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+180.8h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1347.8h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7563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17078" y="2916936"/>
            <a:ext cx="237129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84%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3828959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04/06/2026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20.6%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8.5%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80.3h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79.4%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83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5426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147.7h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163h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268.5h · 44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164h · 20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2026-06-02T13:27:50Z</dcterms:created>
  <dcterms:modified xsi:type="dcterms:W3CDTF">2026-06-02T13:27:50Z</dcterms:modified>
</cp:coreProperties>
</file>