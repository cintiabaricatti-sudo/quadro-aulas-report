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 de Junho de 2026 as 18:38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92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5788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66% concluido  .  229 de 345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96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24 . Em progresso: 2 . Finalizados: 70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415.7h . Rem: 58h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70 de 96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473.7h (+75.7h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1007.3h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340.5h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+182.8h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09781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51229" y="2916936"/>
            <a:ext cx="2437139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84%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28959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22/06/2026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21.3%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78.8%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22/06/2026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82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266.5h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147.5h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2026-06-01T21:38:31Z</dcterms:created>
  <dcterms:modified xsi:type="dcterms:W3CDTF">2026-06-01T21:38:31Z</dcterms:modified>
</cp:coreProperties>
</file>