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18 de Junho de 2026 as 09:30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315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9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50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645920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80% concluido  .  315 de 394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 . Em progresso: 0 . Finalizados: 67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264.8h . Rem: 5h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37593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97% · 67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269.8h (-4.2h / -2%)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113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16 . Em progresso: 2 . Finalizados: 95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428.5h . Real: 521.3h . Rem: 30.5h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41037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64% · 7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85111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84% · 95 de 113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551.8h (+123.3h / +29%)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2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Testes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+3h (+150%)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120 itens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88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497.5h . Real: 255.8h . Rem: 111h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811512" y="1033272"/>
            <a:ext cx="160870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73% · 88 de 120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366.8h (-130.7h / -26%)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1248h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1243.9h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146.5h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+142.4h</a:t>
            </a:r>
            <a:endParaRPr lang="en-US" sz="2400" dirty="0"/>
          </a:p>
        </p:txBody>
      </p:sp>
      <p:sp>
        <p:nvSpPr>
          <p:cNvPr id="99" name="Text 97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1390.4h (+11%)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2441448" y="2916936"/>
            <a:ext cx="8630469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71917" y="2916936"/>
            <a:ext cx="1016451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3" name="Text 101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90% concluido</a:t>
            </a:r>
            <a:endParaRPr lang="en-US" sz="650" dirty="0"/>
          </a:p>
        </p:txBody>
      </p:sp>
      <p:sp>
        <p:nvSpPr>
          <p:cNvPr id="106" name="Shape 104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551176" y="3291840"/>
            <a:ext cx="4102456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19/06/2026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7" name="Shape 115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8" name="Text 116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73% concluido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7420356" y="3291840"/>
            <a:ext cx="3327547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26/06/2026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1" name="Text 129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2" name="Shape 130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3" name="Text 131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17.3%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11.5%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34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45% do time com card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82.7%</a:t>
            </a:r>
            <a:endParaRPr lang="en-US" sz="2200" dirty="0"/>
          </a:p>
        </p:txBody>
      </p:sp>
      <p:sp>
        <p:nvSpPr>
          <p:cNvPr id="147" name="Text 145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8" name="Text 146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9" name="Text 147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50" name="Shape 148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1" name="Text 149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52" name="Shape 150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#404988 +3h(+150%) [gabrielpigatto frwk.com.br]</a:t>
            </a:r>
            <a:endParaRPr lang="en-US" sz="750" dirty="0"/>
          </a:p>
        </p:txBody>
      </p:sp>
      <p:sp>
        <p:nvSpPr>
          <p:cNvPr id="155" name="Text 153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#404993 +5h(+125%) [artursilva frwk.com.br]</a:t>
            </a:r>
            <a:endParaRPr lang="en-US" sz="750" dirty="0"/>
          </a:p>
        </p:txBody>
      </p:sp>
      <p:sp>
        <p:nvSpPr>
          <p:cNvPr id="156" name="Shape 154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7" name="Text 155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60" name="Text 158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26/06/2026 · Base 29/05/2026</a:t>
            </a:r>
            <a:endParaRPr lang="en-US" sz="750" dirty="0"/>
          </a:p>
        </p:txBody>
      </p:sp>
      <p:sp>
        <p:nvSpPr>
          <p:cNvPr id="161" name="Text 159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3" name="Text 161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6" name="Text 164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7" name="Text 165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8" name="Shape 166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9" name="Text 167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131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72" name="Text 170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131 itens criados pos 01/05</a:t>
            </a:r>
            <a:endParaRPr lang="en-US" sz="750" dirty="0"/>
          </a:p>
        </p:txBody>
      </p:sp>
      <p:sp>
        <p:nvSpPr>
          <p:cNvPr id="173" name="Text 171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+165h · Obs +18h</a:t>
            </a:r>
            <a:endParaRPr lang="en-US" sz="750" dirty="0"/>
          </a:p>
        </p:txBody>
      </p:sp>
      <p:sp>
        <p:nvSpPr>
          <p:cNvPr id="174" name="Shape 172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1" name="Text 179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96312" y="6153912"/>
            <a:ext cx="10107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211.2h · 41 subs finalizadas</a:t>
            </a:r>
            <a:endParaRPr lang="en-US" sz="950" dirty="0"/>
          </a:p>
        </p:txBody>
      </p:sp>
      <p:sp>
        <p:nvSpPr>
          <p:cNvPr id="185" name="Text 183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8" name="Shape 186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9" name="Text 187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314.5h · 47 subs finalizadas</a:t>
            </a:r>
            <a:endParaRPr lang="en-US" sz="950" dirty="0"/>
          </a:p>
        </p:txBody>
      </p:sp>
      <p:sp>
        <p:nvSpPr>
          <p:cNvPr id="193" name="Text 191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6" name="Shape 194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7" name="Text 195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201" name="Text 199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4 fix(s) sem card</a:t>
            </a:r>
            <a:endParaRPr lang="en-US" sz="750" dirty="0"/>
          </a:p>
        </p:txBody>
      </p:sp>
      <p:sp>
        <p:nvSpPr>
          <p:cNvPr id="204" name="Shape 202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5" name="Text 203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85.5h · 19 subs finalizadas</a:t>
            </a:r>
            <a:endParaRPr lang="en-US" sz="950" dirty="0"/>
          </a:p>
        </p:txBody>
      </p:sp>
      <p:sp>
        <p:nvSpPr>
          <p:cNvPr id="209" name="Text 207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49h estimadas</a:t>
            </a:r>
            <a:endParaRPr lang="en-US" sz="850" dirty="0"/>
          </a:p>
        </p:txBody>
      </p:sp>
      <p:sp>
        <p:nvSpPr>
          <p:cNvPr id="210" name="Shape 208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1" name="Text 209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7360920" y="6153912"/>
            <a:ext cx="70528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212.8h · 52 subs finalizadas</a:t>
            </a:r>
            <a:endParaRPr lang="en-US" sz="950" dirty="0"/>
          </a:p>
        </p:txBody>
      </p:sp>
      <p:sp>
        <p:nvSpPr>
          <p:cNvPr id="215" name="Text 213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7" name="Text 215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8" name="Shape 216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9" name="Text 217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23" name="Text 221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5" name="Text 223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7 fix(s) sem card</a:t>
            </a:r>
            <a:endParaRPr lang="en-US" sz="750" dirty="0"/>
          </a:p>
        </p:txBody>
      </p:sp>
      <p:sp>
        <p:nvSpPr>
          <p:cNvPr id="226" name="Shape 224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7" name="Text 225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31" name="Text 229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32" name="Shape 230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33" name="Text 231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4" name="Shape 232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11009376" y="6153912"/>
            <a:ext cx="870883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6" name="Text 234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116.5h · 85 subs finalizadas</a:t>
            </a:r>
            <a:endParaRPr lang="en-US" sz="950" dirty="0"/>
          </a:p>
        </p:txBody>
      </p:sp>
      <p:sp>
        <p:nvSpPr>
          <p:cNvPr id="237" name="Text 235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137h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2026-06-18T12:30:31Z</dcterms:created>
  <dcterms:modified xsi:type="dcterms:W3CDTF">2026-06-18T12:30:31Z</dcterms:modified>
</cp:coreProperties>
</file>