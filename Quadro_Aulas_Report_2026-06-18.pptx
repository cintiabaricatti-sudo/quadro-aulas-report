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18 de Junho de 2026 as 19:43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6649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81% concluido  .  321 de 395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1 . Finalizados: 97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429.5h . Real: 521.8h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608704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73% · 8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95185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97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552.3h (+122.8h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1253h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1255.4h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+148.9h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1401.9h (+12%)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3880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80255" y="2916936"/>
            <a:ext cx="100811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19/06/2026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17.1%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11.4%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48%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82.9%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26/06/2026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132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+166h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107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5940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120h · 87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2026-06-18T22:43:25Z</dcterms:created>
  <dcterms:modified xsi:type="dcterms:W3CDTF">2026-06-18T22:43:25Z</dcterms:modified>
</cp:coreProperties>
</file>