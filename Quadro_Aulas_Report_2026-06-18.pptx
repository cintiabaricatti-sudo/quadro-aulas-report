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18 de Junho de 2026 as 14:49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4592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80% concluido  .  316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 . Em progresso: 0 . Finalizados: 67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264.8h . Rem: 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37593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97% · 67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1 . Finalizados: 96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521.3h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410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64% · 7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7314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85% · 96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551.8h (+123.3h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(+150%)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1248h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1243.9h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146.5h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+142.4h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1390.4h (+11%)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3046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71917" y="2916936"/>
            <a:ext cx="101645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90%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02456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19/06/2026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11.5%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82.7%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+3h(+150%)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26/06/2026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107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211.2h · 41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0528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212.8h · 52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64572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116.5h · 85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138h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2026-06-18T17:49:28Z</dcterms:created>
  <dcterms:modified xsi:type="dcterms:W3CDTF">2026-06-18T17:49:28Z</dcterms:modified>
</cp:coreProperties>
</file>