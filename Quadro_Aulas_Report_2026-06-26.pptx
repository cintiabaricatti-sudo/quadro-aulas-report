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26 de Junho de 2026 as 09:30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28216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84% concluido  .  331 de 392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70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69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280.3h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69 de 70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281.3h (+7.3h / +3%)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7 . Em progresso: 0 . Finalizados: 107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572.3h . Rem: 14.5h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071482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94% · 107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586.8h (+154.3h / +36%)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1290.9h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126.5h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+168.4h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1417.4h (+13%)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785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227400" y="2916936"/>
            <a:ext cx="86096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96%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375953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29/06/2026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06/07/2026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17.7%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11.2%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37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46%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82.3%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06/07/2026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129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129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234.2h · 43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326.5h · 50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161.5h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6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8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2026-06-26T12:30:27Z</dcterms:created>
  <dcterms:modified xsi:type="dcterms:W3CDTF">2026-06-26T12:30:27Z</dcterms:modified>
</cp:coreProperties>
</file>