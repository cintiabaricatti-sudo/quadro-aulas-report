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26 de Junho de 2026 as 18:46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332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4879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85% concluido  .  332 de 392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71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70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294.3h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70 de 71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295.3h (+21.3h / +8%)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 . Em progresso: 1 . Finalizados: 107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432.5h . Real: 579.6h . Rem: 14.5h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7148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107 de 114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594.1h (+161.6h / +37%)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 NFT · 124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92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499.5h . Real: 264.8h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18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30741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74% · 92 de 124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375.8h (-123.7h / -25%)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1302.2h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126.5h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+179.7h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1428.7h (+14%)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92762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234210" y="2916936"/>
            <a:ext cx="85415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96%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75953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29/06/2026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74%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7313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06/07/2026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17.7%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11.2%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37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82.3%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06/07/2026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129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129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+169h · Obs +20h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245.6h · 44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326.5h · 50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165.5h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8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544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124.5h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2026-06-26T21:46:10Z</dcterms:created>
  <dcterms:modified xsi:type="dcterms:W3CDTF">2026-06-26T21:46:10Z</dcterms:modified>
</cp:coreProperties>
</file>