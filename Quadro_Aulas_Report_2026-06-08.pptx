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 de Junho de 2026 as 09:08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358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244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89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39903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68% concluido  .  244 de 358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718889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78% · 7 de 9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99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14 . Em progresso: 3 . Finalizados: 82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436.4h . Rem: 28.3h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322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60% · 6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2907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83% · 82 de 99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464.7h (+67.7h / +17%)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107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43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188.5h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43 de 107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471h (-17.5h / -4%)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1202.5h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1035.5h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347.3h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+180.3h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1382.8h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2402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65476" y="2916936"/>
            <a:ext cx="242289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90%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102456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11/06/2026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29/06/2026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20.0%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8.8%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80.0%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2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29/06/2026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95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95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+9h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70193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160.7h · 32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29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2026-06-08T12:08:29Z</dcterms:created>
  <dcterms:modified xsi:type="dcterms:W3CDTF">2026-06-08T12:08:29Z</dcterms:modified>
</cp:coreProperties>
</file>