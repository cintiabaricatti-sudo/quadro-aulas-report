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 de Junho de 2026 as 18:51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358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246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87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41960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69% concluido  .  246 de 358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99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13 . Em progresso: 3 . Finalizados: 83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397h . Real: 436.4h . Rem: 23.5h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322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60% · 6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83 de 99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459.9h (+62.9h / +16%)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107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63 . Em progresso: 1 . Finalizados: 43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188.5h . Rem: 282.5h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881482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40% · 43 de 107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471h (-17.5h / -4%)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1207.5h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1039.5h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342.5h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+174.5h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1382h (+14%)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7256131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697579" y="2916936"/>
            <a:ext cx="2390789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11/06/2026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40%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823314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29/06/2026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19.9%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8.8%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15 Sub Bug . 81.3h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80.1%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story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~16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29/06/2026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142.4h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142.4h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95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95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+133h · Obs +9h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163942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164.7h · 33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169.5h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269.5h · 45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237.7h · 30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164.5h · 21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164h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2026-06-08T21:51:53Z</dcterms:created>
  <dcterms:modified xsi:type="dcterms:W3CDTF">2026-06-08T21:51:53Z</dcterms:modified>
</cp:coreProperties>
</file>