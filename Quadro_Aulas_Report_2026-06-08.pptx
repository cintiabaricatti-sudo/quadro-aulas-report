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 de Junho de 2026 as 22:00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358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246 de 358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240.2h . Rem: 36.5h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1895185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86% · 59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276.7h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13 . Em progresso: 3 . Finalizados: 85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402h . Real: 450.4h . Rem: 23.5h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85 de 101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473.9h (+71.9h / +18%)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43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188.5h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43 de 107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471h (-17.5h / -4%)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1207.5h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1042.5h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342.5h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+177.5h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1385h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6131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02758" y="2916936"/>
            <a:ext cx="238561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85%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74541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11/06/2026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29/06/2026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19.9%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80.1%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story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29/06/2026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95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95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+138h · Obs +9h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63942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164.7h · 33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169.5h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240.7h · 30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2026-06-09T01:00:23Z</dcterms:created>
  <dcterms:modified xsi:type="dcterms:W3CDTF">2026-06-09T01:00:23Z</dcterms:modified>
</cp:coreProperties>
</file>