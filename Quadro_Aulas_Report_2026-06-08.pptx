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 de Junho de 2026 as 09:09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9903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68% concluido  .  244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14 . Em progresso: 3 . Finalizados: 82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436.4h . Rem: 28.3h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2907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83% · 82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464.7h (+67.7h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1202.5h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1035.5h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347.3h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1382.8h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2402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65476" y="2916936"/>
            <a:ext cx="24228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11/06/2026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20.0%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80.0%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2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29/06/2026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70193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160.7h · 32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2026-06-08T12:09:29Z</dcterms:created>
  <dcterms:modified xsi:type="dcterms:W3CDTF">2026-06-08T12:09:29Z</dcterms:modified>
</cp:coreProperties>
</file>