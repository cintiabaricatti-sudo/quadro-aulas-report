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16 de Junho de 2026 as 08:37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386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306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2534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79% concluido  .  306 de 386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263.7h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270.7h (-3.3h / -1%)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16 . Em progresso: 2 . Finalizados: 95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428.5h . Real: 520.3h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542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70% · 7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5111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84% · 95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550.8h (+122.3h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+2h (+100%)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119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86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495.5h . Real: 254.8h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586667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72% · 86 de 119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365.8h (-129.7h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1241h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1206.2h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148.5h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+113.7h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1354.7h (+9%)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5894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0888" y="2916936"/>
            <a:ext cx="105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88%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01129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18/06/2026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72%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28196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17.6%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11.8%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117.8h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29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49%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82.4%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+2h(+100%)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24/06/2026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151.4h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151.4h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123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+165h · Obs +16h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953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199.2h · 40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297.5h · 46 subs finalizadas</a:t>
            </a:r>
            <a:endParaRPr lang="en-US" sz="950" dirty="0"/>
          </a:p>
        </p:txBody>
      </p:sp>
      <p:sp>
        <p:nvSpPr>
          <p:cNvPr id="191" name="Text 189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266.2h · 33 subs finalizadas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3" name="Text 201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85.5h · 19 subs finalizadas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60920" y="6153912"/>
            <a:ext cx="708216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212.3h · 51 subs finalizadas</a:t>
            </a:r>
            <a:endParaRPr lang="en-US" sz="950" dirty="0"/>
          </a:p>
        </p:txBody>
      </p:sp>
      <p:sp>
        <p:nvSpPr>
          <p:cNvPr id="213" name="Text 211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307h estimadas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10 fix(s) sem card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1" name="Text 219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12 fix(s) sem card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5" name="Text 223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1" name="Text 229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009376" y="6153912"/>
            <a:ext cx="862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110.3h · 80 subs finalizadas</a:t>
            </a:r>
            <a:endParaRPr lang="en-US" sz="950" dirty="0"/>
          </a:p>
        </p:txBody>
      </p:sp>
      <p:sp>
        <p:nvSpPr>
          <p:cNvPr id="235" name="Text 233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131h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2026-06-16T11:37:46Z</dcterms:created>
  <dcterms:modified xsi:type="dcterms:W3CDTF">2026-06-16T11:37:46Z</dcterms:modified>
</cp:coreProperties>
</file>