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16 de Junho de 2026 as 09:58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386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306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48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625346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79% concluido  .  306 de 386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69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4 . Em progresso: 0 . Finalizados: 65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263.7h . Rem: 7h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071482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94% · 65 de 69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270.7h (-3.3h / -1%)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3 NFT · 113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16 . Em progresso: 2 . Finalizados: 95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428.5h . Real: 520.3h . Rem: 30.5h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542593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70% · 7 de 10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851111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84% · 95 de 113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550.8h (+122.3h / +29%)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946904" y="1417320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34AB7"/>
                </a:solidFill>
              </a:rPr>
              <a:t>2 ativo(s) com horas estouradas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4946904" y="1581912"/>
            <a:ext cx="2203704" cy="448056"/>
          </a:xfrm>
          <a:prstGeom prst="rect">
            <a:avLst/>
          </a:prstGeom>
          <a:solidFill>
            <a:srgbClr val="FFF8F8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65192" y="1600200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22222"/>
                </a:solidFill>
              </a:rPr>
              <a:t>Testes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4965192" y="1728216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+2h (+100%)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9" name="Text 67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3" name="Text 71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119 itens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27 . Em progresso: 5 . Finalizados: 86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495.5h . Real: 254.8h . Rem: 111h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17</a:t>
            </a:r>
            <a:endParaRPr lang="en-US" sz="650" dirty="0"/>
          </a:p>
        </p:txBody>
      </p:sp>
      <p:sp>
        <p:nvSpPr>
          <p:cNvPr id="79" name="Shape 77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9811512" y="1033272"/>
            <a:ext cx="1586667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72% · 86 de 119</a:t>
            </a:r>
            <a:endParaRPr lang="en-US" sz="650" dirty="0"/>
          </a:p>
        </p:txBody>
      </p:sp>
      <p:sp>
        <p:nvSpPr>
          <p:cNvPr id="82" name="Text 80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365.8h (-129.7h / -26%)</a:t>
            </a:r>
            <a:endParaRPr lang="en-US" sz="800" dirty="0"/>
          </a:p>
        </p:txBody>
      </p:sp>
      <p:sp>
        <p:nvSpPr>
          <p:cNvPr id="83" name="Shape 81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4" name="Text 82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1241h</a:t>
            </a:r>
            <a:endParaRPr lang="en-US" sz="2400" dirty="0"/>
          </a:p>
        </p:txBody>
      </p:sp>
      <p:sp>
        <p:nvSpPr>
          <p:cNvPr id="87" name="Text 85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1213.2h</a:t>
            </a:r>
            <a:endParaRPr lang="en-US" sz="2400" dirty="0"/>
          </a:p>
        </p:txBody>
      </p:sp>
      <p:sp>
        <p:nvSpPr>
          <p:cNvPr id="91" name="Text 89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148.5h</a:t>
            </a:r>
            <a:endParaRPr lang="en-US" sz="2400" dirty="0"/>
          </a:p>
        </p:txBody>
      </p:sp>
      <p:sp>
        <p:nvSpPr>
          <p:cNvPr id="95" name="Text 93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+120.7h</a:t>
            </a:r>
            <a:endParaRPr lang="en-US" sz="2400" dirty="0"/>
          </a:p>
        </p:txBody>
      </p:sp>
      <p:sp>
        <p:nvSpPr>
          <p:cNvPr id="99" name="Text 97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1361.7h (+10%)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2441448" y="2916936"/>
            <a:ext cx="8594877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1036325" y="2916936"/>
            <a:ext cx="1052043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3" name="Text 101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88% concluido</a:t>
            </a:r>
            <a:endParaRPr lang="en-US" sz="650" dirty="0"/>
          </a:p>
        </p:txBody>
      </p:sp>
      <p:sp>
        <p:nvSpPr>
          <p:cNvPr id="106" name="Shape 104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2551176" y="3291840"/>
            <a:ext cx="4011290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18/06/2026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6" name="Text 114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7" name="Shape 115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8" name="Text 116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9" name="Shape 117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72% concluido</a:t>
            </a:r>
            <a:endParaRPr lang="en-US" sz="650" dirty="0"/>
          </a:p>
        </p:txBody>
      </p:sp>
      <p:sp>
        <p:nvSpPr>
          <p:cNvPr id="121" name="Shape 119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7420356" y="3291840"/>
            <a:ext cx="3281964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24/06/2026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31" name="Text 129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32" name="Shape 130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3" name="Text 131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4" name="Text 132"/>
          <p:cNvSpPr/>
          <p:nvPr/>
        </p:nvSpPr>
        <p:spPr>
          <a:xfrm>
            <a:off x="253288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17.6%</a:t>
            </a:r>
            <a:endParaRPr lang="en-US" sz="2200" dirty="0"/>
          </a:p>
        </p:txBody>
      </p:sp>
      <p:sp>
        <p:nvSpPr>
          <p:cNvPr id="135" name="Text 133"/>
          <p:cNvSpPr/>
          <p:nvPr/>
        </p:nvSpPr>
        <p:spPr>
          <a:xfrm>
            <a:off x="253288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6" name="Text 134"/>
          <p:cNvSpPr/>
          <p:nvPr/>
        </p:nvSpPr>
        <p:spPr>
          <a:xfrm>
            <a:off x="253288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7" name="Shape 135"/>
          <p:cNvSpPr/>
          <p:nvPr/>
        </p:nvSpPr>
        <p:spPr>
          <a:xfrm>
            <a:off x="485317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494461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11.8%</a:t>
            </a:r>
            <a:endParaRPr lang="en-US" sz="2200" dirty="0"/>
          </a:p>
        </p:txBody>
      </p:sp>
      <p:sp>
        <p:nvSpPr>
          <p:cNvPr id="139" name="Text 137"/>
          <p:cNvSpPr/>
          <p:nvPr/>
        </p:nvSpPr>
        <p:spPr>
          <a:xfrm>
            <a:off x="494461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Registrado</a:t>
            </a:r>
            <a:endParaRPr lang="en-US" sz="800" dirty="0"/>
          </a:p>
        </p:txBody>
      </p:sp>
      <p:sp>
        <p:nvSpPr>
          <p:cNvPr id="140" name="Text 138"/>
          <p:cNvSpPr/>
          <p:nvPr/>
        </p:nvSpPr>
        <p:spPr>
          <a:xfrm>
            <a:off x="494461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26 Sub Bug (ADO) · 124.8h</a:t>
            </a:r>
            <a:endParaRPr lang="en-US" sz="700" dirty="0"/>
          </a:p>
        </p:txBody>
      </p:sp>
      <p:sp>
        <p:nvSpPr>
          <p:cNvPr id="141" name="Shape 139"/>
          <p:cNvSpPr/>
          <p:nvPr/>
        </p:nvSpPr>
        <p:spPr>
          <a:xfrm>
            <a:off x="726490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735634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2626"/>
                </a:solidFill>
              </a:rPr>
              <a:t>29</a:t>
            </a:r>
            <a:endParaRPr lang="en-US" sz="2200" dirty="0"/>
          </a:p>
        </p:txBody>
      </p:sp>
      <p:sp>
        <p:nvSpPr>
          <p:cNvPr id="143" name="Text 141"/>
          <p:cNvSpPr/>
          <p:nvPr/>
        </p:nvSpPr>
        <p:spPr>
          <a:xfrm>
            <a:off x="735634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Oculto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735634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fixes sem card no Git · 49% do time com card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967663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976807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82.4%</a:t>
            </a:r>
            <a:endParaRPr lang="en-US" sz="2200" dirty="0"/>
          </a:p>
        </p:txBody>
      </p:sp>
      <p:sp>
        <p:nvSpPr>
          <p:cNvPr id="147" name="Text 145"/>
          <p:cNvSpPr/>
          <p:nvPr/>
        </p:nvSpPr>
        <p:spPr>
          <a:xfrm>
            <a:off x="976807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8" name="Text 146"/>
          <p:cNvSpPr/>
          <p:nvPr/>
        </p:nvSpPr>
        <p:spPr>
          <a:xfrm>
            <a:off x="976807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9" name="Text 147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50" name="Shape 148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1" name="Text 149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RISCO ATIVO</a:t>
            </a:r>
            <a:endParaRPr lang="en-US" sz="700" dirty="0"/>
          </a:p>
        </p:txBody>
      </p:sp>
      <p:sp>
        <p:nvSpPr>
          <p:cNvPr id="152" name="Shape 150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2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estouros</a:t>
            </a:r>
            <a:endParaRPr lang="en-US" sz="650" dirty="0"/>
          </a:p>
        </p:txBody>
      </p:sp>
      <p:sp>
        <p:nvSpPr>
          <p:cNvPr id="154" name="Text 152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#404988 +2h(+100%) [gabrielpigatto frwk.com.br]</a:t>
            </a:r>
            <a:endParaRPr lang="en-US" sz="750" dirty="0"/>
          </a:p>
        </p:txBody>
      </p:sp>
      <p:sp>
        <p:nvSpPr>
          <p:cNvPr id="155" name="Text 153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#404993 +5h(+125%) [artursilva frwk.com.br]</a:t>
            </a:r>
            <a:endParaRPr lang="en-US" sz="750" dirty="0"/>
          </a:p>
        </p:txBody>
      </p:sp>
      <p:sp>
        <p:nvSpPr>
          <p:cNvPr id="156" name="Shape 154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7" name="Text 155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8" name="Shape 156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~7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60" name="Text 158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 24/06/2026 · Base 29/05/2026</a:t>
            </a:r>
            <a:endParaRPr lang="en-US" sz="750" dirty="0"/>
          </a:p>
        </p:txBody>
      </p:sp>
      <p:sp>
        <p:nvSpPr>
          <p:cNvPr id="161" name="Text 159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62" name="Shape 160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3" name="Text 161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4" name="Shape 162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151.4h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6" name="Text 164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7" name="Text 165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151.4h</a:t>
            </a:r>
            <a:endParaRPr lang="en-US" sz="750" dirty="0"/>
          </a:p>
        </p:txBody>
      </p:sp>
      <p:sp>
        <p:nvSpPr>
          <p:cNvPr id="168" name="Shape 166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9" name="Text 167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70" name="Shape 168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123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72" name="Text 170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123 itens criados pos 01/05</a:t>
            </a:r>
            <a:endParaRPr lang="en-US" sz="750" dirty="0"/>
          </a:p>
        </p:txBody>
      </p:sp>
      <p:sp>
        <p:nvSpPr>
          <p:cNvPr id="173" name="Text 171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+165h · Obs +16h</a:t>
            </a:r>
            <a:endParaRPr lang="en-US" sz="750" dirty="0"/>
          </a:p>
        </p:txBody>
      </p:sp>
      <p:sp>
        <p:nvSpPr>
          <p:cNvPr id="174" name="Shape 172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8" name="Shape 176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LIDERANCA TECNICA</a:t>
            </a:r>
            <a:endParaRPr lang="en-US" sz="700" dirty="0"/>
          </a:p>
        </p:txBody>
      </p:sp>
      <p:sp>
        <p:nvSpPr>
          <p:cNvPr id="180" name="Shape 178"/>
          <p:cNvSpPr/>
          <p:nvPr/>
        </p:nvSpPr>
        <p:spPr>
          <a:xfrm>
            <a:off x="244144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1" name="Text 179"/>
          <p:cNvSpPr/>
          <p:nvPr/>
        </p:nvSpPr>
        <p:spPr>
          <a:xfrm>
            <a:off x="249631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82" name="Shape 180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2496312" y="6153912"/>
            <a:ext cx="95330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249631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199.2h · 40 subs finalizadas</a:t>
            </a:r>
            <a:endParaRPr lang="en-US" sz="950" dirty="0"/>
          </a:p>
        </p:txBody>
      </p:sp>
      <p:sp>
        <p:nvSpPr>
          <p:cNvPr id="185" name="Text 183"/>
          <p:cNvSpPr/>
          <p:nvPr/>
        </p:nvSpPr>
        <p:spPr>
          <a:xfrm>
            <a:off x="249631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214h estimadas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365760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7" name="Text 185"/>
          <p:cNvSpPr/>
          <p:nvPr/>
        </p:nvSpPr>
        <p:spPr>
          <a:xfrm>
            <a:off x="371246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371246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304.5h · 46 subs finalizadas</a:t>
            </a:r>
            <a:endParaRPr lang="en-US" sz="950" dirty="0"/>
          </a:p>
        </p:txBody>
      </p:sp>
      <p:sp>
        <p:nvSpPr>
          <p:cNvPr id="191" name="Text 189"/>
          <p:cNvSpPr/>
          <p:nvPr/>
        </p:nvSpPr>
        <p:spPr>
          <a:xfrm>
            <a:off x="371246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92" name="Shape 190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3 fix(s) sem card</a:t>
            </a:r>
            <a:endParaRPr lang="en-US" sz="750" dirty="0"/>
          </a:p>
        </p:txBody>
      </p:sp>
      <p:sp>
        <p:nvSpPr>
          <p:cNvPr id="194" name="Shape 192"/>
          <p:cNvSpPr/>
          <p:nvPr/>
        </p:nvSpPr>
        <p:spPr>
          <a:xfrm>
            <a:off x="487375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5" name="Text 193"/>
          <p:cNvSpPr/>
          <p:nvPr/>
        </p:nvSpPr>
        <p:spPr>
          <a:xfrm>
            <a:off x="492861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96" name="Shape 194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492861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266.2h · 33 subs finalizadas</a:t>
            </a:r>
            <a:endParaRPr lang="en-US" sz="950" dirty="0"/>
          </a:p>
        </p:txBody>
      </p:sp>
      <p:sp>
        <p:nvSpPr>
          <p:cNvPr id="199" name="Text 197"/>
          <p:cNvSpPr/>
          <p:nvPr/>
        </p:nvSpPr>
        <p:spPr>
          <a:xfrm>
            <a:off x="492861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200" name="Shape 198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4 fix(s) sem card</a:t>
            </a:r>
            <a:endParaRPr lang="en-US" sz="750" dirty="0"/>
          </a:p>
        </p:txBody>
      </p:sp>
      <p:sp>
        <p:nvSpPr>
          <p:cNvPr id="202" name="Shape 200"/>
          <p:cNvSpPr/>
          <p:nvPr/>
        </p:nvSpPr>
        <p:spPr>
          <a:xfrm>
            <a:off x="6089904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3" name="Text 201"/>
          <p:cNvSpPr/>
          <p:nvPr/>
        </p:nvSpPr>
        <p:spPr>
          <a:xfrm>
            <a:off x="6144768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204" name="Shape 202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06" name="Text 204"/>
          <p:cNvSpPr/>
          <p:nvPr/>
        </p:nvSpPr>
        <p:spPr>
          <a:xfrm>
            <a:off x="6144768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85.5h · 19 subs finalizadas</a:t>
            </a:r>
            <a:endParaRPr lang="en-US" sz="950" dirty="0"/>
          </a:p>
        </p:txBody>
      </p:sp>
      <p:sp>
        <p:nvSpPr>
          <p:cNvPr id="207" name="Text 205"/>
          <p:cNvSpPr/>
          <p:nvPr/>
        </p:nvSpPr>
        <p:spPr>
          <a:xfrm>
            <a:off x="6144768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49h estimadas</a:t>
            </a:r>
            <a:endParaRPr lang="en-US" sz="850" dirty="0"/>
          </a:p>
        </p:txBody>
      </p:sp>
      <p:sp>
        <p:nvSpPr>
          <p:cNvPr id="208" name="Shape 206"/>
          <p:cNvSpPr/>
          <p:nvPr/>
        </p:nvSpPr>
        <p:spPr>
          <a:xfrm>
            <a:off x="7306056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9" name="Text 207"/>
          <p:cNvSpPr/>
          <p:nvPr/>
        </p:nvSpPr>
        <p:spPr>
          <a:xfrm>
            <a:off x="7360920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10" name="Shape 208"/>
          <p:cNvSpPr/>
          <p:nvPr/>
        </p:nvSpPr>
        <p:spPr>
          <a:xfrm>
            <a:off x="7360920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7360920" y="6153912"/>
            <a:ext cx="708216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2" name="Text 210"/>
          <p:cNvSpPr/>
          <p:nvPr/>
        </p:nvSpPr>
        <p:spPr>
          <a:xfrm>
            <a:off x="7360920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212.3h · 51 subs finalizadas</a:t>
            </a:r>
            <a:endParaRPr lang="en-US" sz="950" dirty="0"/>
          </a:p>
        </p:txBody>
      </p:sp>
      <p:sp>
        <p:nvSpPr>
          <p:cNvPr id="213" name="Text 211"/>
          <p:cNvSpPr/>
          <p:nvPr/>
        </p:nvSpPr>
        <p:spPr>
          <a:xfrm>
            <a:off x="7360920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307h estimadas</a:t>
            </a:r>
            <a:endParaRPr lang="en-US" sz="850" dirty="0"/>
          </a:p>
        </p:txBody>
      </p:sp>
      <p:sp>
        <p:nvSpPr>
          <p:cNvPr id="214" name="Shape 212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5" name="Text 213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10 fix(s) sem card</a:t>
            </a:r>
            <a:endParaRPr lang="en-US" sz="750" dirty="0"/>
          </a:p>
        </p:txBody>
      </p:sp>
      <p:sp>
        <p:nvSpPr>
          <p:cNvPr id="216" name="Shape 214"/>
          <p:cNvSpPr/>
          <p:nvPr/>
        </p:nvSpPr>
        <p:spPr>
          <a:xfrm>
            <a:off x="852220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7" name="Text 215"/>
          <p:cNvSpPr/>
          <p:nvPr/>
        </p:nvSpPr>
        <p:spPr>
          <a:xfrm>
            <a:off x="857707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18" name="Shape 216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0" name="Text 218"/>
          <p:cNvSpPr/>
          <p:nvPr/>
        </p:nvSpPr>
        <p:spPr>
          <a:xfrm>
            <a:off x="857707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21" name="Text 219"/>
          <p:cNvSpPr/>
          <p:nvPr/>
        </p:nvSpPr>
        <p:spPr>
          <a:xfrm>
            <a:off x="857707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22" name="Shape 220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23" name="Text 221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12 fix(s) sem card</a:t>
            </a:r>
            <a:endParaRPr lang="en-US" sz="750" dirty="0"/>
          </a:p>
        </p:txBody>
      </p:sp>
      <p:sp>
        <p:nvSpPr>
          <p:cNvPr id="224" name="Shape 222"/>
          <p:cNvSpPr/>
          <p:nvPr/>
        </p:nvSpPr>
        <p:spPr>
          <a:xfrm>
            <a:off x="973836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5" name="Text 223"/>
          <p:cNvSpPr/>
          <p:nvPr/>
        </p:nvSpPr>
        <p:spPr>
          <a:xfrm>
            <a:off x="979322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26" name="Shape 224"/>
          <p:cNvSpPr/>
          <p:nvPr/>
        </p:nvSpPr>
        <p:spPr>
          <a:xfrm>
            <a:off x="979322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9793224" y="6153912"/>
            <a:ext cx="93102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8" name="Text 226"/>
          <p:cNvSpPr/>
          <p:nvPr/>
        </p:nvSpPr>
        <p:spPr>
          <a:xfrm>
            <a:off x="979322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29" name="Text 227"/>
          <p:cNvSpPr/>
          <p:nvPr/>
        </p:nvSpPr>
        <p:spPr>
          <a:xfrm>
            <a:off x="979322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  <p:sp>
        <p:nvSpPr>
          <p:cNvPr id="230" name="Shape 228"/>
          <p:cNvSpPr/>
          <p:nvPr/>
        </p:nvSpPr>
        <p:spPr>
          <a:xfrm>
            <a:off x="1095451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31" name="Text 229"/>
          <p:cNvSpPr/>
          <p:nvPr/>
        </p:nvSpPr>
        <p:spPr>
          <a:xfrm>
            <a:off x="1100937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Ricardo Cardoso</a:t>
            </a:r>
            <a:endParaRPr lang="en-US" sz="850" dirty="0"/>
          </a:p>
        </p:txBody>
      </p:sp>
      <p:sp>
        <p:nvSpPr>
          <p:cNvPr id="232" name="Shape 230"/>
          <p:cNvSpPr/>
          <p:nvPr/>
        </p:nvSpPr>
        <p:spPr>
          <a:xfrm>
            <a:off x="1100937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11009376" y="6153912"/>
            <a:ext cx="86230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4" name="Text 232"/>
          <p:cNvSpPr/>
          <p:nvPr/>
        </p:nvSpPr>
        <p:spPr>
          <a:xfrm>
            <a:off x="1100937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110.3h · 80 subs finalizadas</a:t>
            </a:r>
            <a:endParaRPr lang="en-US" sz="950" dirty="0"/>
          </a:p>
        </p:txBody>
      </p:sp>
      <p:sp>
        <p:nvSpPr>
          <p:cNvPr id="235" name="Text 233"/>
          <p:cNvSpPr/>
          <p:nvPr/>
        </p:nvSpPr>
        <p:spPr>
          <a:xfrm>
            <a:off x="1100937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131h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2026-06-16T12:58:41Z</dcterms:created>
  <dcterms:modified xsi:type="dcterms:W3CDTF">2026-06-16T12:58:41Z</dcterms:modified>
</cp:coreProperties>
</file>