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21 de Junho de 2026 as 11:58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322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46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666494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81% concluido  .  322 de 396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69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68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268.8h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68 de 69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269.8h (-4.2h / -2%)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113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15 . Em progresso: 1 . Finalizados: 97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429.5h . Real: 522.8h . Rem: 30.5h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608704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73% · 8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895185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86% · 97 de 113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553.3h (+123.8h / +29%)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46904" y="1417320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1 ativo(s) com horas estouradas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46904" y="1581912"/>
            <a:ext cx="2203704" cy="448056"/>
          </a:xfrm>
          <a:prstGeom prst="rect">
            <a:avLst/>
          </a:prstGeom>
          <a:solidFill>
            <a:srgbClr val="FFF8F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1600200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22222"/>
                </a:solidFill>
              </a:rPr>
              <a:t>Testes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965192" y="1728216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+4h (+200%)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120 itens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88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497.5h . Real: 255.8h . Rem: 111h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17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11512" y="1033272"/>
            <a:ext cx="1608704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73% · 88 de 120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366.8h (-130.7h / -26%)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1253h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1270.4h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142.5h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+159.9h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1412.9h (+13%)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2441448" y="2916936"/>
            <a:ext cx="867396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115414" y="2916936"/>
            <a:ext cx="97295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91% concluido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551176" y="3291840"/>
            <a:ext cx="414803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22/06/2026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8" name="Text 116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73% concluido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20356" y="3291840"/>
            <a:ext cx="3327547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29/06/2026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17.0%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11.4%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34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48% do time com card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83.0%</a:t>
            </a:r>
            <a:endParaRPr lang="en-US" sz="2200" dirty="0"/>
          </a:p>
        </p:txBody>
      </p:sp>
      <p:sp>
        <p:nvSpPr>
          <p:cNvPr id="147" name="Text 145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1" name="Text 149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RISCO ATIVO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estouros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#404988 +4h(+200%) [gabrielpigatto frwk.com.br]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7" name="Text 155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60" name="Text 158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29/06/2026 · Base 29/05/2026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3" name="Text 161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7" name="Text 165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9" name="Text 167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133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72" name="Text 170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133 itens criados pos 01/05</a:t>
            </a:r>
            <a:endParaRPr lang="en-US" sz="750" dirty="0"/>
          </a:p>
        </p:txBody>
      </p:sp>
      <p:sp>
        <p:nvSpPr>
          <p:cNvPr id="173" name="Text 171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+166h · Obs +18h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1" name="Text 179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222.2h · 41 subs finalizadas</a:t>
            </a:r>
            <a:endParaRPr lang="en-US" sz="950" dirty="0"/>
          </a:p>
        </p:txBody>
      </p:sp>
      <p:sp>
        <p:nvSpPr>
          <p:cNvPr id="185" name="Text 183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188" name="Shape 186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314.5h · 48 subs finalizadas</a:t>
            </a:r>
            <a:endParaRPr lang="en-US" sz="950" dirty="0"/>
          </a:p>
        </p:txBody>
      </p:sp>
      <p:sp>
        <p:nvSpPr>
          <p:cNvPr id="193" name="Text 191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7" name="Text 195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201" name="Text 199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4 fix(s) sem card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5" name="Text 203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89.5h · 20 subs finalizadas</a:t>
            </a:r>
            <a:endParaRPr lang="en-US" sz="950" dirty="0"/>
          </a:p>
        </p:txBody>
      </p:sp>
      <p:sp>
        <p:nvSpPr>
          <p:cNvPr id="209" name="Text 207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1" name="Text 209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5" name="Text 213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8" name="Shape 216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9" name="Text 217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23" name="Text 221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7 fix(s) sem card</a:t>
            </a:r>
            <a:endParaRPr lang="en-US" sz="750" dirty="0"/>
          </a:p>
        </p:txBody>
      </p:sp>
      <p:sp>
        <p:nvSpPr>
          <p:cNvPr id="226" name="Shape 224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7" name="Text 225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31" name="Text 229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32" name="Shape 230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33" name="Text 231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4" name="Shape 232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009376" y="6153912"/>
            <a:ext cx="85940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120h · 87 subs finalizadas</a:t>
            </a:r>
            <a:endParaRPr lang="en-US" sz="950" dirty="0"/>
          </a:p>
        </p:txBody>
      </p:sp>
      <p:sp>
        <p:nvSpPr>
          <p:cNvPr id="237" name="Text 235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143h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2026-06-21T14:58:58Z</dcterms:created>
  <dcterms:modified xsi:type="dcterms:W3CDTF">2026-06-21T14:58:58Z</dcterms:modified>
</cp:coreProperties>
</file>