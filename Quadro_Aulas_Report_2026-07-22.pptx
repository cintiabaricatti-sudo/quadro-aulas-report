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22 de Julho de 2026 as 09:30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377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85166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90% concluido  .  339 de 377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 . Em progresso: 0 . Finalizados: 112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596.6h . Rem: 3h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59630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98% · 112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599.6h (+167.1h / +39%)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1352.4h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115h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+218.4h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1467.4h (+17%)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9089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332340" y="2916936"/>
            <a:ext cx="75602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98%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6711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23/07/2026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30/07/2026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18.1%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34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55%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81.9%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30/07/2026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130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251.1h · 46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219h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371.2h · 55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5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16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2026-07-22T12:30:25Z</dcterms:created>
  <dcterms:modified xsi:type="dcterms:W3CDTF">2026-07-22T12:30:25Z</dcterms:modified>
</cp:coreProperties>
</file>