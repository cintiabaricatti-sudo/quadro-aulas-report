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29 de Junho de 2026 as 08:40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334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5 . Em progresso: 0 . Finalizados: 109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587.6h . Rem: 8.5h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109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596.1h (+163.6h / +38%)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1310.2h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120.5h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+181.7h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1430.7h (+15%)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3441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75861" y="2916936"/>
            <a:ext cx="81250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30/06/2026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07/07/2026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36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46%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07/07/2026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334.5h · 52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167.5h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2026-06-29T11:40:55Z</dcterms:created>
  <dcterms:modified xsi:type="dcterms:W3CDTF">2026-06-29T11:40:55Z</dcterms:modified>
</cp:coreProperties>
</file>