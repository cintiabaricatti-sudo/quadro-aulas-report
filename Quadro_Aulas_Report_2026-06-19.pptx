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19 de Junho de 2026 as 19:45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6649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81% concluido  .  322 de 396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1 . Finalizados: 97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429.5h . Real: 522.8h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60870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73% · 8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97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553.3h (+123.8h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+4h (+200%)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1253h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1270.4h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142.5h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+159.9h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1412.9h (+13%)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7396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15414" y="2916936"/>
            <a:ext cx="97295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22/06/2026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29/06/2026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11.4%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83.0%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+4h(+200%)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29/06/2026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133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+166h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222.2h · 41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89.5h · 20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5940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120h · 87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2026-06-19T22:45:56Z</dcterms:created>
  <dcterms:modified xsi:type="dcterms:W3CDTF">2026-06-19T22:45:56Z</dcterms:modified>
</cp:coreProperties>
</file>