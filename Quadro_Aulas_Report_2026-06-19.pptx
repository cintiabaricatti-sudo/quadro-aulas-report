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19 de Junho de 2026 as 09:30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66494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81% concluido  .  321 de 395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 . Em progresso: 0 . Finalizados: 67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264.8h . Rem: 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37593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97% · 67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15 . Em progresso: 1 . Finalizados: 97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429.5h . Real: 521.8h . Rem: 30.5h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73% · 8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95185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86% · 97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552.3h (+122.8h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1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Testes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(+150%)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1253h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1260.4h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146.5h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+153.9h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1406.9h (+12%)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64239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83838" y="2916936"/>
            <a:ext cx="100453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22/06/2026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29/06/2026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17.1%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11.4%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34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48%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82.9%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#404988 +3h(+150%) [gabrielpigatto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29/06/2026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132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+166h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216.2h · 41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9" name="Text 187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93" name="Text 191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7" name="Text 195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201" name="Text 199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5" name="Text 203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85.5h · 19 subs finalizadas</a:t>
            </a:r>
            <a:endParaRPr lang="en-US" sz="950" dirty="0"/>
          </a:p>
        </p:txBody>
      </p:sp>
      <p:sp>
        <p:nvSpPr>
          <p:cNvPr id="209" name="Text 207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1" name="Text 209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8" name="Shape 216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9" name="Text 217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3" name="Text 221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6" name="Shape 224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7" name="Text 225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31" name="Text 229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3" name="Text 231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4" name="Shape 232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11009376" y="6153912"/>
            <a:ext cx="85940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120h · 87 subs finalizadas</a:t>
            </a:r>
            <a:endParaRPr lang="en-US" sz="950" dirty="0"/>
          </a:p>
        </p:txBody>
      </p:sp>
      <p:sp>
        <p:nvSpPr>
          <p:cNvPr id="237" name="Text 235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2026-06-19T12:30:25Z</dcterms:created>
  <dcterms:modified xsi:type="dcterms:W3CDTF">2026-06-19T12:30:25Z</dcterms:modified>
</cp:coreProperties>
</file>