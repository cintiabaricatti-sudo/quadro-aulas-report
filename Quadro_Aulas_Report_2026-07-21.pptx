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21 de Julho de 2026 as 14:29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394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339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31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769364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86% concluido  .  339 de 394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71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 . Em progresso: 0 . Finalizados: 70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294.3h . Rem: 1h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81667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99% · 70 de 71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295.3h (+21.3h / +8%)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114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 . Em progresso: 0 . Finalizados: 112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432.5h . Real: 596.6h . Rem: 3h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2005371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91% · 10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2159630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98% · 112 de 114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599.6h (+167.1h / +39%)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 NFT · 124 itens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92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499.5h . Real: 264.8h . Rem: 111h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18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11512" y="1033272"/>
            <a:ext cx="1630741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74% · 92 de 124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375.8h (-123.7h / -25%)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1249h</a:t>
            </a:r>
            <a:endParaRPr lang="en-US" sz="2400" dirty="0"/>
          </a:p>
        </p:txBody>
      </p:sp>
      <p:sp>
        <p:nvSpPr>
          <p:cNvPr id="83" name="Text 81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1352.4h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115h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+218.4h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1467.4h (+17%)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441448" y="2916936"/>
            <a:ext cx="889089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332340" y="2916936"/>
            <a:ext cx="75602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98% concluido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551176" y="3291840"/>
            <a:ext cx="4467118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22/07/2026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74% concluido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20356" y="3291840"/>
            <a:ext cx="3373130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29/07/2026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29" name="Text 127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18.1%</a:t>
            </a:r>
            <a:endParaRPr lang="en-US" sz="2200" dirty="0"/>
          </a:p>
        </p:txBody>
      </p:sp>
      <p:sp>
        <p:nvSpPr>
          <p:cNvPr id="131" name="Text 129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11.0%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29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57% do time com card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81.9%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0FDF4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7" name="Text 145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9E75"/>
                </a:solidFill>
              </a:rPr>
              <a:t>SEM RISCO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riscos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Nenhum estouro ou refinamento pendente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3" name="Text 151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29/07/2026 · Base 29/05/2026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9" name="Text 157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3" name="Text 161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5" name="Text 163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131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8" name="Text 166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131 itens criados pos 01/05</a:t>
            </a:r>
            <a:endParaRPr lang="en-US" sz="750" dirty="0"/>
          </a:p>
        </p:txBody>
      </p:sp>
      <p:sp>
        <p:nvSpPr>
          <p:cNvPr id="169" name="Text 167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+169h · Obs +20h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7" name="Text 175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251.1h · 46 subs finalizadas</a:t>
            </a:r>
            <a:endParaRPr lang="en-US" sz="950" dirty="0"/>
          </a:p>
        </p:txBody>
      </p:sp>
      <p:sp>
        <p:nvSpPr>
          <p:cNvPr id="181" name="Text 179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219h estimadas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4 fix(s) sem card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5" name="Text 183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371.2h · 55 subs finalizadas</a:t>
            </a:r>
            <a:endParaRPr lang="en-US" sz="950" dirty="0"/>
          </a:p>
        </p:txBody>
      </p:sp>
      <p:sp>
        <p:nvSpPr>
          <p:cNvPr id="189" name="Text 187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168h estimadas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3" name="Text 191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197" name="Text 195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5 fix(s) sem card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1" name="Text 199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91.5h · 21 subs finalizadas</a:t>
            </a:r>
            <a:endParaRPr lang="en-US" sz="950" dirty="0"/>
          </a:p>
        </p:txBody>
      </p:sp>
      <p:sp>
        <p:nvSpPr>
          <p:cNvPr id="205" name="Text 203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53h estimadas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7" name="Text 205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360920" y="6153912"/>
            <a:ext cx="73180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220.8h · 54 subs finalizadas</a:t>
            </a:r>
            <a:endParaRPr lang="en-US" sz="950" dirty="0"/>
          </a:p>
        </p:txBody>
      </p:sp>
      <p:sp>
        <p:nvSpPr>
          <p:cNvPr id="211" name="Text 209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16 fix(s) sem card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5" name="Text 213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19" name="Text 217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 fix(s) sem card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3" name="Text 221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27" name="Text 225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9" name="Text 227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009376" y="6153912"/>
            <a:ext cx="88544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124.5h · 89 subs finalizadas</a:t>
            </a:r>
            <a:endParaRPr lang="en-US" sz="950" dirty="0"/>
          </a:p>
        </p:txBody>
      </p:sp>
      <p:sp>
        <p:nvSpPr>
          <p:cNvPr id="233" name="Text 231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144h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2026-07-21T17:29:29Z</dcterms:created>
  <dcterms:modified xsi:type="dcterms:W3CDTF">2026-07-21T17:29:29Z</dcterms:modified>
</cp:coreProperties>
</file>