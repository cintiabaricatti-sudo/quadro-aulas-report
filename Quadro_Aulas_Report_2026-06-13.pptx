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13 de Junho de 2026 as 10:46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370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289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53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604772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78% concluido  .  289 de 370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69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4 . Em progresso: 0 . Finalizados: 65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259.7h . Rem: 7h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071482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94% · 65 de 69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266.7h (-7.3h / -3%)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3 NFT · 104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11 . Em progresso: 2 . Finalizados: 91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405h . Real: 499.9h . Rem: 11.5h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542593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70% · 7 de 10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939260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88% · 91 de 104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511.4h (+106.4h / +26%)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46904" y="1417320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2 ativo(s) com horas estouradas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46904" y="1581912"/>
            <a:ext cx="2203704" cy="448056"/>
          </a:xfrm>
          <a:prstGeom prst="rect">
            <a:avLst/>
          </a:prstGeom>
          <a:solidFill>
            <a:srgbClr val="FFF8F8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1600200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22222"/>
                </a:solidFill>
              </a:rPr>
              <a:t>[backend] Implementar endpoint /links/au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965192" y="1728216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+5h (+125%)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692561" y="73152"/>
            <a:ext cx="1880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AAAA"/>
                </a:solidFill>
              </a:rPr>
              <a:t>·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7" name="Shape 65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115 itens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37 . Em progresso: 5 . Finalizados: 73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488.5h . Real: 248h . Rem: 129h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17</a:t>
            </a:r>
            <a:endParaRPr lang="en-US" sz="650" dirty="0"/>
          </a:p>
        </p:txBody>
      </p:sp>
      <p:sp>
        <p:nvSpPr>
          <p:cNvPr id="80" name="Shape 78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811512" y="1033272"/>
            <a:ext cx="1388334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63% · 73 de 115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377h (-111.5h / -23%)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5" name="Text 83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1210.5h</a:t>
            </a:r>
            <a:endParaRPr lang="en-US" sz="2400" dirty="0"/>
          </a:p>
        </p:txBody>
      </p:sp>
      <p:sp>
        <p:nvSpPr>
          <p:cNvPr id="88" name="Text 86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1171h</a:t>
            </a:r>
            <a:endParaRPr lang="en-US" sz="2400" dirty="0"/>
          </a:p>
        </p:txBody>
      </p:sp>
      <p:sp>
        <p:nvSpPr>
          <p:cNvPr id="92" name="Text 90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147.5h</a:t>
            </a:r>
            <a:endParaRPr lang="en-US" sz="2400" dirty="0"/>
          </a:p>
        </p:txBody>
      </p:sp>
      <p:sp>
        <p:nvSpPr>
          <p:cNvPr id="96" name="Text 94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9" name="Text 97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+108h</a:t>
            </a:r>
            <a:endParaRPr lang="en-US" sz="2400" dirty="0"/>
          </a:p>
        </p:txBody>
      </p:sp>
      <p:sp>
        <p:nvSpPr>
          <p:cNvPr id="100" name="Text 98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1318.5h (+9%)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2441448" y="2916936"/>
            <a:ext cx="8567723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009171" y="2916936"/>
            <a:ext cx="1079197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4" name="Text 102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91% concluido</a:t>
            </a:r>
            <a:endParaRPr lang="en-US" sz="650" dirty="0"/>
          </a:p>
        </p:txBody>
      </p:sp>
      <p:sp>
        <p:nvSpPr>
          <p:cNvPr id="107" name="Shape 105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51176" y="3291840"/>
            <a:ext cx="4148038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15/06/2026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4" name="Text 112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5" name="Shape 113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7" name="Text 115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8" name="Shape 116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63% concluido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20356" y="3291840"/>
            <a:ext cx="2871719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6" name="Text 124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23/06/2026</a:t>
            </a:r>
            <a:endParaRPr lang="en-US" sz="1050" dirty="0"/>
          </a:p>
        </p:txBody>
      </p:sp>
      <p:sp>
        <p:nvSpPr>
          <p:cNvPr id="127" name="Shape 125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9" name="Text 127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30" name="Shape 128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32" name="Text 130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33" name="Shape 131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4" name="Text 132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5" name="Text 133"/>
          <p:cNvSpPr/>
          <p:nvPr/>
        </p:nvSpPr>
        <p:spPr>
          <a:xfrm>
            <a:off x="253288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18.0%</a:t>
            </a:r>
            <a:endParaRPr lang="en-US" sz="2200" dirty="0"/>
          </a:p>
        </p:txBody>
      </p:sp>
      <p:sp>
        <p:nvSpPr>
          <p:cNvPr id="136" name="Text 134"/>
          <p:cNvSpPr/>
          <p:nvPr/>
        </p:nvSpPr>
        <p:spPr>
          <a:xfrm>
            <a:off x="253288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253288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565708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574852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11.7%</a:t>
            </a:r>
            <a:endParaRPr lang="en-US" sz="2200" dirty="0"/>
          </a:p>
        </p:txBody>
      </p:sp>
      <p:sp>
        <p:nvSpPr>
          <p:cNvPr id="140" name="Text 138"/>
          <p:cNvSpPr/>
          <p:nvPr/>
        </p:nvSpPr>
        <p:spPr>
          <a:xfrm>
            <a:off x="574852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</a:t>
            </a: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574852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24 Sub Bug . 106.8h realizadas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887272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96416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82.0%</a:t>
            </a:r>
            <a:endParaRPr lang="en-US" sz="2200" dirty="0"/>
          </a:p>
        </p:txBody>
      </p:sp>
      <p:sp>
        <p:nvSpPr>
          <p:cNvPr id="144" name="Text 142"/>
          <p:cNvSpPr/>
          <p:nvPr/>
        </p:nvSpPr>
        <p:spPr>
          <a:xfrm>
            <a:off x="896416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5" name="Text 143"/>
          <p:cNvSpPr/>
          <p:nvPr/>
        </p:nvSpPr>
        <p:spPr>
          <a:xfrm>
            <a:off x="896416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6" name="Text 144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7" name="Shape 145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8" name="Text 146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RISCO ATIVO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estouros</a:t>
            </a:r>
            <a:endParaRPr lang="en-US" sz="650" dirty="0"/>
          </a:p>
        </p:txBody>
      </p:sp>
      <p:sp>
        <p:nvSpPr>
          <p:cNvPr id="151" name="Text 149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#404993 +5h(+125%) [artursilva frwk.com.br]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#407538 +2h(+67%) [CARLOS HENRIQUE ALMEIDA OLIVEIRA]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4" name="Text 152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5" name="Shape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~8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7" name="Text 155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Projetado 23/06/2026 · Base 29/05/2026</a:t>
            </a:r>
            <a:endParaRPr lang="en-US" sz="750" dirty="0"/>
          </a:p>
        </p:txBody>
      </p:sp>
      <p:sp>
        <p:nvSpPr>
          <p:cNvPr id="158" name="Text 156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9" name="Shape 157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0" name="Text 158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151.4h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3" name="Text 161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7 SRs no periodo</a:t>
            </a:r>
            <a:endParaRPr lang="en-US" sz="750" dirty="0"/>
          </a:p>
        </p:txBody>
      </p:sp>
      <p:sp>
        <p:nvSpPr>
          <p:cNvPr id="164" name="Text 162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151.4h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6" name="Text 164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7" name="Shape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107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9" name="Text 167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107 itens criados pos 01/05</a:t>
            </a:r>
            <a:endParaRPr lang="en-US" sz="750" dirty="0"/>
          </a:p>
        </p:txBody>
      </p:sp>
      <p:sp>
        <p:nvSpPr>
          <p:cNvPr id="170" name="Text 168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+141h · Obs +9h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3" name="Shape 171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5" name="Shape 173"/>
          <p:cNvSpPr/>
          <p:nvPr/>
        </p:nvSpPr>
        <p:spPr>
          <a:xfrm>
            <a:off x="244144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6" name="Text 174"/>
          <p:cNvSpPr/>
          <p:nvPr/>
        </p:nvSpPr>
        <p:spPr>
          <a:xfrm>
            <a:off x="249631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249631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2496312" y="6153912"/>
            <a:ext cx="108033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249631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191.2h · 40 subs finalizadas</a:t>
            </a:r>
            <a:endParaRPr lang="en-US" sz="950" dirty="0"/>
          </a:p>
        </p:txBody>
      </p:sp>
      <p:sp>
        <p:nvSpPr>
          <p:cNvPr id="180" name="Text 178"/>
          <p:cNvSpPr/>
          <p:nvPr/>
        </p:nvSpPr>
        <p:spPr>
          <a:xfrm>
            <a:off x="249631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212h estimadas</a:t>
            </a:r>
            <a:endParaRPr lang="en-US" sz="850" dirty="0"/>
          </a:p>
        </p:txBody>
      </p:sp>
      <p:sp>
        <p:nvSpPr>
          <p:cNvPr id="181" name="Shape 179"/>
          <p:cNvSpPr/>
          <p:nvPr/>
        </p:nvSpPr>
        <p:spPr>
          <a:xfrm>
            <a:off x="383133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2" name="Text 180"/>
          <p:cNvSpPr/>
          <p:nvPr/>
        </p:nvSpPr>
        <p:spPr>
          <a:xfrm>
            <a:off x="388620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388620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290.5h · 46 subs finalizadas</a:t>
            </a:r>
            <a:endParaRPr lang="en-US" sz="950" dirty="0"/>
          </a:p>
        </p:txBody>
      </p:sp>
      <p:sp>
        <p:nvSpPr>
          <p:cNvPr id="186" name="Text 184"/>
          <p:cNvSpPr/>
          <p:nvPr/>
        </p:nvSpPr>
        <p:spPr>
          <a:xfrm>
            <a:off x="388620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87" name="Shape 185"/>
          <p:cNvSpPr/>
          <p:nvPr/>
        </p:nvSpPr>
        <p:spPr>
          <a:xfrm>
            <a:off x="5221224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8" name="Text 186"/>
          <p:cNvSpPr/>
          <p:nvPr/>
        </p:nvSpPr>
        <p:spPr>
          <a:xfrm>
            <a:off x="5276088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89" name="Shape 187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5276088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254.7h · 32 subs finalizadas</a:t>
            </a:r>
            <a:endParaRPr lang="en-US" sz="950" dirty="0"/>
          </a:p>
        </p:txBody>
      </p:sp>
      <p:sp>
        <p:nvSpPr>
          <p:cNvPr id="192" name="Text 190"/>
          <p:cNvSpPr/>
          <p:nvPr/>
        </p:nvSpPr>
        <p:spPr>
          <a:xfrm>
            <a:off x="5276088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3" name="Shape 191"/>
          <p:cNvSpPr/>
          <p:nvPr/>
        </p:nvSpPr>
        <p:spPr>
          <a:xfrm>
            <a:off x="6611112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4" name="Text 192"/>
          <p:cNvSpPr/>
          <p:nvPr/>
        </p:nvSpPr>
        <p:spPr>
          <a:xfrm>
            <a:off x="6665976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195" name="Shape 193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6665976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83.5h · 19 subs finalizadas</a:t>
            </a:r>
            <a:endParaRPr lang="en-US" sz="950" dirty="0"/>
          </a:p>
        </p:txBody>
      </p:sp>
      <p:sp>
        <p:nvSpPr>
          <p:cNvPr id="198" name="Text 196"/>
          <p:cNvSpPr/>
          <p:nvPr/>
        </p:nvSpPr>
        <p:spPr>
          <a:xfrm>
            <a:off x="6665976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49h estimadas</a:t>
            </a:r>
            <a:endParaRPr lang="en-US" sz="850" dirty="0"/>
          </a:p>
        </p:txBody>
      </p:sp>
      <p:sp>
        <p:nvSpPr>
          <p:cNvPr id="199" name="Shape 197"/>
          <p:cNvSpPr/>
          <p:nvPr/>
        </p:nvSpPr>
        <p:spPr>
          <a:xfrm>
            <a:off x="8001000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0" name="Text 198"/>
          <p:cNvSpPr/>
          <p:nvPr/>
        </p:nvSpPr>
        <p:spPr>
          <a:xfrm>
            <a:off x="8055864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1" name="Shape 199"/>
          <p:cNvSpPr/>
          <p:nvPr/>
        </p:nvSpPr>
        <p:spPr>
          <a:xfrm>
            <a:off x="8055864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055864" y="6153912"/>
            <a:ext cx="84449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8055864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211.5h · 45 subs finalizadas</a:t>
            </a:r>
            <a:endParaRPr lang="en-US" sz="950" dirty="0"/>
          </a:p>
        </p:txBody>
      </p:sp>
      <p:sp>
        <p:nvSpPr>
          <p:cNvPr id="204" name="Text 202"/>
          <p:cNvSpPr/>
          <p:nvPr/>
        </p:nvSpPr>
        <p:spPr>
          <a:xfrm>
            <a:off x="8055864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300h estimadas</a:t>
            </a:r>
            <a:endParaRPr lang="en-US" sz="850" dirty="0"/>
          </a:p>
        </p:txBody>
      </p:sp>
      <p:sp>
        <p:nvSpPr>
          <p:cNvPr id="205" name="Shape 203"/>
          <p:cNvSpPr/>
          <p:nvPr/>
        </p:nvSpPr>
        <p:spPr>
          <a:xfrm>
            <a:off x="939088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6" name="Text 204"/>
          <p:cNvSpPr/>
          <p:nvPr/>
        </p:nvSpPr>
        <p:spPr>
          <a:xfrm>
            <a:off x="944575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9" name="Text 207"/>
          <p:cNvSpPr/>
          <p:nvPr/>
        </p:nvSpPr>
        <p:spPr>
          <a:xfrm>
            <a:off x="944575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0" name="Text 208"/>
          <p:cNvSpPr/>
          <p:nvPr/>
        </p:nvSpPr>
        <p:spPr>
          <a:xfrm>
            <a:off x="944575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11" name="Shape 209"/>
          <p:cNvSpPr/>
          <p:nvPr/>
        </p:nvSpPr>
        <p:spPr>
          <a:xfrm>
            <a:off x="1078077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2" name="Text 210"/>
          <p:cNvSpPr/>
          <p:nvPr/>
        </p:nvSpPr>
        <p:spPr>
          <a:xfrm>
            <a:off x="1083564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13" name="Shape 211"/>
          <p:cNvSpPr/>
          <p:nvPr/>
        </p:nvSpPr>
        <p:spPr>
          <a:xfrm>
            <a:off x="1083564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835640" y="6153912"/>
            <a:ext cx="1088967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1083564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16" name="Text 214"/>
          <p:cNvSpPr/>
          <p:nvPr/>
        </p:nvSpPr>
        <p:spPr>
          <a:xfrm>
            <a:off x="1083564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2026-06-13T13:46:00Z</dcterms:created>
  <dcterms:modified xsi:type="dcterms:W3CDTF">2026-06-13T13:46:00Z</dcterms:modified>
</cp:coreProperties>
</file>