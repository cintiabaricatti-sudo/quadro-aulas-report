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7 de Julho de 2026 as 09:30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335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7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748790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85% concluido  .  335 de 393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71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70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294.3h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70 de 71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295.3h (+21.3h / +8%)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114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4 . Em progresso: 0 . Finalizados: 110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432.5h . Real: 591.1h . Rem: 8h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200537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91% · 10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2115556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96% · 110 de 114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599.1h (+166.6h / +39%)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 NFT · 124 itens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92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499.5h . Real: 264.8h . Rem: 111h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18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11512" y="1033272"/>
            <a:ext cx="1630741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74% · 92 de 124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375.8h (-123.7h / -25%)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1249h</a:t>
            </a:r>
            <a:endParaRPr lang="en-US" sz="2400" dirty="0"/>
          </a:p>
        </p:txBody>
      </p:sp>
      <p:sp>
        <p:nvSpPr>
          <p:cNvPr id="83" name="Text 81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1327.9h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120h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+198.9h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1447.9h (+16%)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441448" y="2916936"/>
            <a:ext cx="8847396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288844" y="2916936"/>
            <a:ext cx="799524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97% concluido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51176" y="3291840"/>
            <a:ext cx="4421535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08/07/2026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74% concluido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20356" y="3291840"/>
            <a:ext cx="3373130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15/07/2026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29" name="Text 127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17.9%</a:t>
            </a:r>
            <a:endParaRPr lang="en-US" sz="2200" dirty="0"/>
          </a:p>
        </p:txBody>
      </p:sp>
      <p:sp>
        <p:nvSpPr>
          <p:cNvPr id="131" name="Text 129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11.1%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33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48% do time com card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82.1%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0FDF4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7" name="Text 145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9E75"/>
                </a:solidFill>
              </a:rPr>
              <a:t>SEM RISCO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riscos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Nenhum estouro ou refinamento pendente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3" name="Text 151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15/07/2026 · Base 29/05/2026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9" name="Text 157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3" name="Text 161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5" name="Text 163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8" name="Text 166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130 itens criados pos 01/05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+169h · Obs +20h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7" name="Text 175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245.6h · 44 subs finalizadas</a:t>
            </a:r>
            <a:endParaRPr lang="en-US" sz="950" dirty="0"/>
          </a:p>
        </p:txBody>
      </p:sp>
      <p:sp>
        <p:nvSpPr>
          <p:cNvPr id="181" name="Text 179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214h estimadas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2 fix(s) sem card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5" name="Text 183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352.2h · 53 subs finalizadas</a:t>
            </a:r>
            <a:endParaRPr lang="en-US" sz="950" dirty="0"/>
          </a:p>
        </p:txBody>
      </p:sp>
      <p:sp>
        <p:nvSpPr>
          <p:cNvPr id="189" name="Text 187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168h estimadas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3" name="Text 191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197" name="Text 195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6 fix(s) sem card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91.5h · 21 subs finalizadas</a:t>
            </a:r>
            <a:endParaRPr lang="en-US" sz="950" dirty="0"/>
          </a:p>
        </p:txBody>
      </p:sp>
      <p:sp>
        <p:nvSpPr>
          <p:cNvPr id="205" name="Text 203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7" name="Text 205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1" name="Text 209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19 fix(s) sem card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5" name="Text 213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9" name="Text 217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3" name="Text 221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27" name="Text 225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9" name="Text 227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009376" y="6153912"/>
            <a:ext cx="88544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124.5h · 89 subs finalizadas</a:t>
            </a:r>
            <a:endParaRPr lang="en-US" sz="950" dirty="0"/>
          </a:p>
        </p:txBody>
      </p:sp>
      <p:sp>
        <p:nvSpPr>
          <p:cNvPr id="233" name="Text 231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144h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2026-07-07T12:30:58Z</dcterms:created>
  <dcterms:modified xsi:type="dcterms:W3CDTF">2026-07-07T12:30:58Z</dcterms:modified>
</cp:coreProperties>
</file>