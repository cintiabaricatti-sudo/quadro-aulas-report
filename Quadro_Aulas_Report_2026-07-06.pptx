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6 de Julho de 2026 as 09:55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591.1h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599.1h (+166.6h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1323.9h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+194.9h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1443.9h (+16%)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45181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86629" y="2916936"/>
            <a:ext cx="801739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07/07/2026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14/07/2026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33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49%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14/07/2026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2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348.2h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2026-07-06T12:55:55Z</dcterms:created>
  <dcterms:modified xsi:type="dcterms:W3CDTF">2026-07-06T12:55:55Z</dcterms:modified>
</cp:coreProperties>
</file>